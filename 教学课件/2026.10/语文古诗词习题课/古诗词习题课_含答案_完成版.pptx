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34b45798f4ece" /><Relationship Type="http://schemas.openxmlformats.org/officeDocument/2006/relationships/extended-properties" Target="/docProps/app.xml" Id="R3e0f1efaacc14107" /><Relationship Type="http://schemas.openxmlformats.org/officeDocument/2006/relationships/officeDocument" Target="/ppt/presentation.xml" Id="R4e4deb955cc648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339a181ffc487e"/>
  </p:sldMasterIdLst>
  <p:notesMasterIdLst>
    <p:notesMasterId xmlns:r="http://schemas.openxmlformats.org/officeDocument/2006/relationships" r:id="R142625a064284e94"/>
  </p:notesMasterIdLst>
  <p:sldIdLst>
    <p:sldId xmlns:r="http://schemas.openxmlformats.org/officeDocument/2006/relationships" id="256" r:id="R6ea485f8d99245c5"/>
    <p:sldId xmlns:r="http://schemas.openxmlformats.org/officeDocument/2006/relationships" id="257" r:id="R6e0a51b66621403c"/>
    <p:sldId xmlns:r="http://schemas.openxmlformats.org/officeDocument/2006/relationships" id="258" r:id="R950918be59754a71"/>
    <p:sldId xmlns:r="http://schemas.openxmlformats.org/officeDocument/2006/relationships" id="259" r:id="R0f8c11e83a4c4a23"/>
    <p:sldId xmlns:r="http://schemas.openxmlformats.org/officeDocument/2006/relationships" id="260" r:id="R65063917e75d482f"/>
    <p:sldId xmlns:r="http://schemas.openxmlformats.org/officeDocument/2006/relationships" id="261" r:id="R57bcc81f9a6d41d0"/>
    <p:sldId xmlns:r="http://schemas.openxmlformats.org/officeDocument/2006/relationships" id="262" r:id="Ra3dd1383c416478f"/>
    <p:sldId xmlns:r="http://schemas.openxmlformats.org/officeDocument/2006/relationships" id="263" r:id="R51b27125c8cb405a"/>
    <p:sldId xmlns:r="http://schemas.openxmlformats.org/officeDocument/2006/relationships" id="264" r:id="R9b2a69bbee804699"/>
    <p:sldId xmlns:r="http://schemas.openxmlformats.org/officeDocument/2006/relationships" id="265" r:id="R77dfb4bc76414cb9"/>
    <p:sldId xmlns:r="http://schemas.openxmlformats.org/officeDocument/2006/relationships" id="266" r:id="Rf0b7b67404dc43d4"/>
    <p:sldId xmlns:r="http://schemas.openxmlformats.org/officeDocument/2006/relationships" id="267" r:id="R4248b221a9824d9e"/>
    <p:sldId xmlns:r="http://schemas.openxmlformats.org/officeDocument/2006/relationships" id="268" r:id="R9080d3df798740ea"/>
    <p:sldId xmlns:r="http://schemas.openxmlformats.org/officeDocument/2006/relationships" id="269" r:id="R7b5a2de1d80c453c"/>
    <p:sldId xmlns:r="http://schemas.openxmlformats.org/officeDocument/2006/relationships" id="270" r:id="R20ddb0d200804eaa"/>
    <p:sldId xmlns:r="http://schemas.openxmlformats.org/officeDocument/2006/relationships" id="271" r:id="R85f8f44fc8234d4a"/>
    <p:sldId xmlns:r="http://schemas.openxmlformats.org/officeDocument/2006/relationships" id="272" r:id="R83d551ae902b45bb"/>
    <p:sldId xmlns:r="http://schemas.openxmlformats.org/officeDocument/2006/relationships" id="273" r:id="Rb82ebba53dfa4d96"/>
    <p:sldId xmlns:r="http://schemas.openxmlformats.org/officeDocument/2006/relationships" id="274" r:id="Rae8efca4b0254d5e"/>
    <p:sldId xmlns:r="http://schemas.openxmlformats.org/officeDocument/2006/relationships" id="275" r:id="R62400edc1fc047d3"/>
    <p:sldId xmlns:r="http://schemas.openxmlformats.org/officeDocument/2006/relationships" id="276" r:id="Rf2b278b14e5147c1"/>
    <p:sldId xmlns:r="http://schemas.openxmlformats.org/officeDocument/2006/relationships" id="277" r:id="Rc7c0caf627924f0a"/>
    <p:sldId xmlns:r="http://schemas.openxmlformats.org/officeDocument/2006/relationships" id="278" r:id="Rfaef254b77164cd9"/>
    <p:sldId xmlns:r="http://schemas.openxmlformats.org/officeDocument/2006/relationships" id="279" r:id="R83d7469f067a4bc4"/>
    <p:sldId xmlns:r="http://schemas.openxmlformats.org/officeDocument/2006/relationships" id="280" r:id="Rf8392db20c7c4f93"/>
    <p:sldId xmlns:r="http://schemas.openxmlformats.org/officeDocument/2006/relationships" id="281" r:id="Rb89d77ebbde2452d"/>
    <p:sldId xmlns:r="http://schemas.openxmlformats.org/officeDocument/2006/relationships" id="282" r:id="Rfeaf51f921b94b14"/>
    <p:sldId xmlns:r="http://schemas.openxmlformats.org/officeDocument/2006/relationships" id="283" r:id="Ra8bba9fa30b74aea"/>
    <p:sldId xmlns:r="http://schemas.openxmlformats.org/officeDocument/2006/relationships" id="284" r:id="R7647fee47e594324"/>
    <p:sldId xmlns:r="http://schemas.openxmlformats.org/officeDocument/2006/relationships" id="285" r:id="R06661525e75049ef"/>
    <p:sldId xmlns:r="http://schemas.openxmlformats.org/officeDocument/2006/relationships" id="286" r:id="R50449e25bec3454f"/>
    <p:sldId xmlns:r="http://schemas.openxmlformats.org/officeDocument/2006/relationships" id="287" r:id="R2772c41e2a0c44c7"/>
    <p:sldId xmlns:r="http://schemas.openxmlformats.org/officeDocument/2006/relationships" id="288" r:id="R78e8b78a525645ca"/>
    <p:sldId xmlns:r="http://schemas.openxmlformats.org/officeDocument/2006/relationships" id="289" r:id="Ra2befd18859e4218"/>
    <p:sldId xmlns:r="http://schemas.openxmlformats.org/officeDocument/2006/relationships" id="290" r:id="R64a6f7bf041d411a"/>
    <p:sldId xmlns:r="http://schemas.openxmlformats.org/officeDocument/2006/relationships" id="291" r:id="R010bcd86c21742ab"/>
    <p:sldId xmlns:r="http://schemas.openxmlformats.org/officeDocument/2006/relationships" id="292" r:id="R15e3a2cdd49c47a0"/>
    <p:sldId xmlns:r="http://schemas.openxmlformats.org/officeDocument/2006/relationships" id="293" r:id="Rf4b7fa3764094f7a"/>
    <p:sldId xmlns:r="http://schemas.openxmlformats.org/officeDocument/2006/relationships" id="294" r:id="Rcec8832cc96043ac"/>
    <p:sldId xmlns:r="http://schemas.openxmlformats.org/officeDocument/2006/relationships" id="295" r:id="Rcc3eb9e682bf414e"/>
    <p:sldId xmlns:r="http://schemas.openxmlformats.org/officeDocument/2006/relationships" id="296" r:id="R4805715f9a094be1"/>
    <p:sldId xmlns:r="http://schemas.openxmlformats.org/officeDocument/2006/relationships" id="297" r:id="R1d9799abf7cc4e24"/>
    <p:sldId xmlns:r="http://schemas.openxmlformats.org/officeDocument/2006/relationships" id="298" r:id="Re4cbf87ec3f94e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ef345e6bdc4f48" /><Relationship Type="http://schemas.openxmlformats.org/officeDocument/2006/relationships/slideMaster" Target="/ppt/slideMasters/slideMaster1.xml" Id="R31339a181ffc487e" /><Relationship Type="http://schemas.openxmlformats.org/officeDocument/2006/relationships/notesMaster" Target="/ppt/notesMasters/notesMaster1.xml" Id="R142625a064284e94" /><Relationship Type="http://schemas.openxmlformats.org/officeDocument/2006/relationships/presProps" Target="/ppt/presProps.xml" Id="Rf4201579534d4f43" /><Relationship Type="http://schemas.openxmlformats.org/officeDocument/2006/relationships/tableStyles" Target="/ppt/tableStyles.xml" Id="Rd564277cd107466b" /><Relationship Type="http://schemas.openxmlformats.org/officeDocument/2006/relationships/slide" Target="/ppt/slides/slide1.xml" Id="R6ea485f8d99245c5" /><Relationship Type="http://schemas.openxmlformats.org/officeDocument/2006/relationships/slide" Target="/ppt/slides/slide2.xml" Id="R6e0a51b66621403c" /><Relationship Type="http://schemas.openxmlformats.org/officeDocument/2006/relationships/slide" Target="/ppt/slides/slide3.xml" Id="R950918be59754a71" /><Relationship Type="http://schemas.openxmlformats.org/officeDocument/2006/relationships/slide" Target="/ppt/slides/slide4.xml" Id="R0f8c11e83a4c4a23" /><Relationship Type="http://schemas.openxmlformats.org/officeDocument/2006/relationships/slide" Target="/ppt/slides/slide5.xml" Id="R65063917e75d482f" /><Relationship Type="http://schemas.openxmlformats.org/officeDocument/2006/relationships/slide" Target="/ppt/slides/slide6.xml" Id="R57bcc81f9a6d41d0" /><Relationship Type="http://schemas.openxmlformats.org/officeDocument/2006/relationships/slide" Target="/ppt/slides/slide7.xml" Id="Ra3dd1383c416478f" /><Relationship Type="http://schemas.openxmlformats.org/officeDocument/2006/relationships/slide" Target="/ppt/slides/slide8.xml" Id="R51b27125c8cb405a" /><Relationship Type="http://schemas.openxmlformats.org/officeDocument/2006/relationships/slide" Target="/ppt/slides/slide9.xml" Id="R9b2a69bbee804699" /><Relationship Type="http://schemas.openxmlformats.org/officeDocument/2006/relationships/slide" Target="/ppt/slides/slide10.xml" Id="R77dfb4bc76414cb9" /><Relationship Type="http://schemas.openxmlformats.org/officeDocument/2006/relationships/slide" Target="/ppt/slides/slide11.xml" Id="Rf0b7b67404dc43d4" /><Relationship Type="http://schemas.openxmlformats.org/officeDocument/2006/relationships/slide" Target="/ppt/slides/slide12.xml" Id="R4248b221a9824d9e" /><Relationship Type="http://schemas.openxmlformats.org/officeDocument/2006/relationships/slide" Target="/ppt/slides/slide13.xml" Id="R9080d3df798740ea" /><Relationship Type="http://schemas.openxmlformats.org/officeDocument/2006/relationships/slide" Target="/ppt/slides/slide14.xml" Id="R7b5a2de1d80c453c" /><Relationship Type="http://schemas.openxmlformats.org/officeDocument/2006/relationships/slide" Target="/ppt/slides/slide15.xml" Id="R20ddb0d200804eaa" /><Relationship Type="http://schemas.openxmlformats.org/officeDocument/2006/relationships/slide" Target="/ppt/slides/slide16.xml" Id="R85f8f44fc8234d4a" /><Relationship Type="http://schemas.openxmlformats.org/officeDocument/2006/relationships/slide" Target="/ppt/slides/slide17.xml" Id="R83d551ae902b45bb" /><Relationship Type="http://schemas.openxmlformats.org/officeDocument/2006/relationships/slide" Target="/ppt/slides/slide18.xml" Id="Rb82ebba53dfa4d96" /><Relationship Type="http://schemas.openxmlformats.org/officeDocument/2006/relationships/slide" Target="/ppt/slides/slide19.xml" Id="Rae8efca4b0254d5e" /><Relationship Type="http://schemas.openxmlformats.org/officeDocument/2006/relationships/slide" Target="/ppt/slides/slide20.xml" Id="R62400edc1fc047d3" /><Relationship Type="http://schemas.openxmlformats.org/officeDocument/2006/relationships/slide" Target="/ppt/slides/slide21.xml" Id="Rf2b278b14e5147c1" /><Relationship Type="http://schemas.openxmlformats.org/officeDocument/2006/relationships/slide" Target="/ppt/slides/slide22.xml" Id="Rc7c0caf627924f0a" /><Relationship Type="http://schemas.openxmlformats.org/officeDocument/2006/relationships/slide" Target="/ppt/slides/slide23.xml" Id="Rfaef254b77164cd9" /><Relationship Type="http://schemas.openxmlformats.org/officeDocument/2006/relationships/slide" Target="/ppt/slides/slide24.xml" Id="R83d7469f067a4bc4" /><Relationship Type="http://schemas.openxmlformats.org/officeDocument/2006/relationships/slide" Target="/ppt/slides/slide25.xml" Id="Rf8392db20c7c4f93" /><Relationship Type="http://schemas.openxmlformats.org/officeDocument/2006/relationships/slide" Target="/ppt/slides/slide26.xml" Id="Rb89d77ebbde2452d" /><Relationship Type="http://schemas.openxmlformats.org/officeDocument/2006/relationships/slide" Target="/ppt/slides/slide27.xml" Id="Rfeaf51f921b94b14" /><Relationship Type="http://schemas.openxmlformats.org/officeDocument/2006/relationships/slide" Target="/ppt/slides/slide28.xml" Id="Ra8bba9fa30b74aea" /><Relationship Type="http://schemas.openxmlformats.org/officeDocument/2006/relationships/slide" Target="/ppt/slides/slide29.xml" Id="R7647fee47e594324" /><Relationship Type="http://schemas.openxmlformats.org/officeDocument/2006/relationships/slide" Target="/ppt/slides/slide30.xml" Id="R06661525e75049ef" /><Relationship Type="http://schemas.openxmlformats.org/officeDocument/2006/relationships/slide" Target="/ppt/slides/slide31.xml" Id="R50449e25bec3454f" /><Relationship Type="http://schemas.openxmlformats.org/officeDocument/2006/relationships/slide" Target="/ppt/slides/slide32.xml" Id="R2772c41e2a0c44c7" /><Relationship Type="http://schemas.openxmlformats.org/officeDocument/2006/relationships/slide" Target="/ppt/slides/slide33.xml" Id="R78e8b78a525645ca" /><Relationship Type="http://schemas.openxmlformats.org/officeDocument/2006/relationships/slide" Target="/ppt/slides/slide34.xml" Id="Ra2befd18859e4218" /><Relationship Type="http://schemas.openxmlformats.org/officeDocument/2006/relationships/slide" Target="/ppt/slides/slide35.xml" Id="R64a6f7bf041d411a" /><Relationship Type="http://schemas.openxmlformats.org/officeDocument/2006/relationships/slide" Target="/ppt/slides/slide36.xml" Id="R010bcd86c21742ab" /><Relationship Type="http://schemas.openxmlformats.org/officeDocument/2006/relationships/slide" Target="/ppt/slides/slide37.xml" Id="R15e3a2cdd49c47a0" /><Relationship Type="http://schemas.openxmlformats.org/officeDocument/2006/relationships/slide" Target="/ppt/slides/slide38.xml" Id="Rf4b7fa3764094f7a" /><Relationship Type="http://schemas.openxmlformats.org/officeDocument/2006/relationships/slide" Target="/ppt/slides/slide39.xml" Id="Rcec8832cc96043ac" /><Relationship Type="http://schemas.openxmlformats.org/officeDocument/2006/relationships/slide" Target="/ppt/slides/slide40.xml" Id="Rcc3eb9e682bf414e" /><Relationship Type="http://schemas.openxmlformats.org/officeDocument/2006/relationships/slide" Target="/ppt/slides/slide41.xml" Id="R4805715f9a094be1" /><Relationship Type="http://schemas.openxmlformats.org/officeDocument/2006/relationships/slide" Target="/ppt/slides/slide42.xml" Id="R1d9799abf7cc4e24" /><Relationship Type="http://schemas.openxmlformats.org/officeDocument/2006/relationships/slide" Target="/ppt/slides/slide43.xml" Id="Re4cbf87ec3f94e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1bdf89b5e44f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c6c48efa044db2" /><Relationship Type="http://schemas.openxmlformats.org/officeDocument/2006/relationships/notesMaster" Target="/ppt/notesMasters/notesMaster1.xml" Id="R180f55be478043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cc678f6d2d4bc2" /><Relationship Type="http://schemas.openxmlformats.org/officeDocument/2006/relationships/notesMaster" Target="/ppt/notesMasters/notesMaster1.xml" Id="R41d38cc33e5549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cb384ecc57448e" /><Relationship Type="http://schemas.openxmlformats.org/officeDocument/2006/relationships/notesMaster" Target="/ppt/notesMasters/notesMaster1.xml" Id="R0d58c85cdc3b4d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d85c959e0c49cc" /><Relationship Type="http://schemas.openxmlformats.org/officeDocument/2006/relationships/notesMaster" Target="/ppt/notesMasters/notesMaster1.xml" Id="Rb597a24dbcbc4c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fa2eec1db248d5" /><Relationship Type="http://schemas.openxmlformats.org/officeDocument/2006/relationships/notesMaster" Target="/ppt/notesMasters/notesMaster1.xml" Id="Rd8aa6e1a53f249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28cf146d3241ed" /><Relationship Type="http://schemas.openxmlformats.org/officeDocument/2006/relationships/notesMaster" Target="/ppt/notesMasters/notesMaster1.xml" Id="R8b4380194f6d46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6619ea30c34a04" /><Relationship Type="http://schemas.openxmlformats.org/officeDocument/2006/relationships/notesMaster" Target="/ppt/notesMasters/notesMaster1.xml" Id="R2fd2b19be4d649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a807c927904157" /><Relationship Type="http://schemas.openxmlformats.org/officeDocument/2006/relationships/notesMaster" Target="/ppt/notesMasters/notesMaster1.xml" Id="R79fae4f0f5e140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3eae7bf96148f8" /><Relationship Type="http://schemas.openxmlformats.org/officeDocument/2006/relationships/notesMaster" Target="/ppt/notesMasters/notesMaster1.xml" Id="Ree67b4283e9544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e15ec9b2f548ab" /><Relationship Type="http://schemas.openxmlformats.org/officeDocument/2006/relationships/notesMaster" Target="/ppt/notesMasters/notesMaster1.xml" Id="Rc7121070c70643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48a608e01b4c5e" /><Relationship Type="http://schemas.openxmlformats.org/officeDocument/2006/relationships/notesMaster" Target="/ppt/notesMasters/notesMaster1.xml" Id="R8b6ff573692943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da8596921b4314" /><Relationship Type="http://schemas.openxmlformats.org/officeDocument/2006/relationships/notesMaster" Target="/ppt/notesMasters/notesMaster1.xml" Id="R5652ab93ebb144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1aeaa5d8304603" /><Relationship Type="http://schemas.openxmlformats.org/officeDocument/2006/relationships/notesMaster" Target="/ppt/notesMasters/notesMaster1.xml" Id="Ra48f74ffd4054c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78c8699c4b418d" /><Relationship Type="http://schemas.openxmlformats.org/officeDocument/2006/relationships/notesMaster" Target="/ppt/notesMasters/notesMaster1.xml" Id="R4e994844421e43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bc80de8cbe4b66" /><Relationship Type="http://schemas.openxmlformats.org/officeDocument/2006/relationships/notesMaster" Target="/ppt/notesMasters/notesMaster1.xml" Id="R5c7ee3d34ecb4a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3531f24f5e4802" /><Relationship Type="http://schemas.openxmlformats.org/officeDocument/2006/relationships/notesMaster" Target="/ppt/notesMasters/notesMaster1.xml" Id="Rd62ae4247afa41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92a2e926de4189" /><Relationship Type="http://schemas.openxmlformats.org/officeDocument/2006/relationships/notesMaster" Target="/ppt/notesMasters/notesMaster1.xml" Id="R7ff851f3e90142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d11ec4709e4339" /><Relationship Type="http://schemas.openxmlformats.org/officeDocument/2006/relationships/notesMaster" Target="/ppt/notesMasters/notesMaster1.xml" Id="Rdfb6d8c808d246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ecf560874c4431" /><Relationship Type="http://schemas.openxmlformats.org/officeDocument/2006/relationships/notesMaster" Target="/ppt/notesMasters/notesMaster1.xml" Id="R9a882f207b8843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48f781acd74f40" /><Relationship Type="http://schemas.openxmlformats.org/officeDocument/2006/relationships/notesMaster" Target="/ppt/notesMasters/notesMaster1.xml" Id="R1973d729949d4a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c63dca627694e22" /><Relationship Type="http://schemas.openxmlformats.org/officeDocument/2006/relationships/notesMaster" Target="/ppt/notesMasters/notesMaster1.xml" Id="Re3f11fa80b0a451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886a22e58af462b" /><Relationship Type="http://schemas.openxmlformats.org/officeDocument/2006/relationships/notesMaster" Target="/ppt/notesMasters/notesMaster1.xml" Id="R1bdeea6062d3489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74533bfbe404bd1" /><Relationship Type="http://schemas.openxmlformats.org/officeDocument/2006/relationships/notesMaster" Target="/ppt/notesMasters/notesMaster1.xml" Id="R4ee576b7a3074a2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36a13c11324348" /><Relationship Type="http://schemas.openxmlformats.org/officeDocument/2006/relationships/notesMaster" Target="/ppt/notesMasters/notesMaster1.xml" Id="Rf231c4d2e4204de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44307867c7d4ec0" /><Relationship Type="http://schemas.openxmlformats.org/officeDocument/2006/relationships/notesMaster" Target="/ppt/notesMasters/notesMaster1.xml" Id="R72f918a7df5a40c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4372100fd7740d0" /><Relationship Type="http://schemas.openxmlformats.org/officeDocument/2006/relationships/notesMaster" Target="/ppt/notesMasters/notesMaster1.xml" Id="R2ee8fe98dad24c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6d7d8f65c024fac" /><Relationship Type="http://schemas.openxmlformats.org/officeDocument/2006/relationships/notesMaster" Target="/ppt/notesMasters/notesMaster1.xml" Id="R26724f37139f4bb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d154bf987164da5" /><Relationship Type="http://schemas.openxmlformats.org/officeDocument/2006/relationships/notesMaster" Target="/ppt/notesMasters/notesMaster1.xml" Id="R4d247a9969a84de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e15a756c8db4287" /><Relationship Type="http://schemas.openxmlformats.org/officeDocument/2006/relationships/notesMaster" Target="/ppt/notesMasters/notesMaster1.xml" Id="R03c76d7331eb469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34eb4dd0b6841f7" /><Relationship Type="http://schemas.openxmlformats.org/officeDocument/2006/relationships/notesMaster" Target="/ppt/notesMasters/notesMaster1.xml" Id="R5f4e266ab5174bb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0f9a994075d457d" /><Relationship Type="http://schemas.openxmlformats.org/officeDocument/2006/relationships/notesMaster" Target="/ppt/notesMasters/notesMaster1.xml" Id="Re02cf1d9426641d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d327bd03b8c4fad" /><Relationship Type="http://schemas.openxmlformats.org/officeDocument/2006/relationships/notesMaster" Target="/ppt/notesMasters/notesMaster1.xml" Id="Rdc32d485237449c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fa4a193579946e9" /><Relationship Type="http://schemas.openxmlformats.org/officeDocument/2006/relationships/notesMaster" Target="/ppt/notesMasters/notesMaster1.xml" Id="R261f9494f3cb4b1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f7ae76d37d543d9" /><Relationship Type="http://schemas.openxmlformats.org/officeDocument/2006/relationships/notesMaster" Target="/ppt/notesMasters/notesMaster1.xml" Id="R54f75d4c160647a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2605a6abb5b4ecb" /><Relationship Type="http://schemas.openxmlformats.org/officeDocument/2006/relationships/notesMaster" Target="/ppt/notesMasters/notesMaster1.xml" Id="R86556d5f0218444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da4ed006f04434a" /><Relationship Type="http://schemas.openxmlformats.org/officeDocument/2006/relationships/notesMaster" Target="/ppt/notesMasters/notesMaster1.xml" Id="R12bbfc4caa004bb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91a3d83e0cd4686" /><Relationship Type="http://schemas.openxmlformats.org/officeDocument/2006/relationships/notesMaster" Target="/ppt/notesMasters/notesMaster1.xml" Id="Raf360b15ba31411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7699bd4dde64027" /><Relationship Type="http://schemas.openxmlformats.org/officeDocument/2006/relationships/notesMaster" Target="/ppt/notesMasters/notesMaster1.xml" Id="R68dc89327379481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16c9267f4ec45fa" /><Relationship Type="http://schemas.openxmlformats.org/officeDocument/2006/relationships/notesMaster" Target="/ppt/notesMasters/notesMaster1.xml" Id="R72653abb5bf7493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a1bfe3a0d5e4e14" /><Relationship Type="http://schemas.openxmlformats.org/officeDocument/2006/relationships/notesMaster" Target="/ppt/notesMasters/notesMaster1.xml" Id="Rcce4f04a76e4487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f61c7b125d84dd0" /><Relationship Type="http://schemas.openxmlformats.org/officeDocument/2006/relationships/notesMaster" Target="/ppt/notesMasters/notesMaster1.xml" Id="R66e231c14c404ac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09b0dca07e6408e" /><Relationship Type="http://schemas.openxmlformats.org/officeDocument/2006/relationships/notesMaster" Target="/ppt/notesMasters/notesMaster1.xml" Id="R1950a8b15916448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c3e6f13b2d0433e" /><Relationship Type="http://schemas.openxmlformats.org/officeDocument/2006/relationships/notesMaster" Target="/ppt/notesMasters/notesMaster1.xml" Id="R806e082c44394d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导学。题目来源：《高中同步辅导与检测·语文 必修 上册（人教版）》第68—69页，用户提供两张照片。依据用户提供教辅第68—69页。开放题答案为依据文本拟定的参考答案，非原书答案。基础题可先集中完成，再按错题选择讲评。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上册（人教版）》第68—69页，用户提供两张照片。第4题加点字为“渌”“清”，结合景物和声音分别解释。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上册（人教版）》第68—69页，用户提供两张照片。第4题加点字为“渌”“清”，结合景物和声音分别解释。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上册（人教版）》第68—69页，用户提供两张照片。补充辨析：却坐，退回原处坐下。“思”读sì，指愁思、情思。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上册（人教版）》第68—69页，用户提供两张照片。补充辨析：却坐，退回原处坐下。“思”读sì，指愁思、情思。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上册（人教版）》第68—69页，用户提供两张照片。“殷”在诗中表示震响，有的资料按使动解释为“使岩泉震响”。课堂以本校所用教材注释口径为准，语境释义须准确。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上册（人教版）》第68—69页，用户提供两张照片。“殷”在诗中表示震响，有的资料按使动解释为“使岩泉震响”。课堂以本校所用教材注释口径为准，语境释义须准确。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上册（人教版）》第68—69页，用户提供两张照片。评价：用法名称与语境释义同时正确。“命”为吩咐，“酒”指摆酒席。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上册（人教版）》第68—69页，用户提供两张照片。评价：用法名称与语境释义同时正确。“命”为吩咐，“酒”指摆酒席。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原题见第69页“思维发展·审美鉴赏”第1题。目标：比较意象与风格。预期方法：特征概括加具体诗句。易错：只写浪漫主义、现实主义标签。难度：中。评价：每位诗人均有意象与风格的关联说明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上册（人教版）》第68—69页，用户提供两张照片。原题第69页第2题以“句句皆律，字字皆律”和“古今七言律第一”的评价引入。本页保留核心设问并补充全诗便于作答。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上册（人教版）》第68—69页，用户提供两张照片。用韵依据传统平水韵。诗文依据原教材对应篇目。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上册（人教版）》第68—69页，用户提供两张照片。声律核对：https://www.cie.hkbu.edu.hk/invisible/13/invisible13.pdf 。本题不必机械逐字列出全诗平仄，可结合一例解释古今声调差异及对仗效果。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上册（人教版）》第68—69页，用户提供两张照片。可补充“春江花朝秋月夜，往往取酒还独倾”：美景与独酌相对，突出孤独。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阅读。题目来源：《高中同步辅导与检测·语文 必修 上册（人教版）》第68—69页，用户提供两张照片。原诗以用户第69页图片为主，核对：https://m.gushiwen.cn/shiwenv_1bf95625588b.aspx 。原注：陈与义，北宋末、南宋初的杰出爱国诗人。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上册（人教版）》第68—69页，用户提供两张照片。原题选项按图片转录。A的误读最明确。B的“视听结合”、D的“以理结”较概括，讲评以具体诗句为依据，不作为可机械照搬的鉴赏术语。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上册（人教版）》第68—69页，用户提供两张照片。原题选项按图片转录。A的误读最明确。B的“视听结合”、D的“以理结”较概括，讲评以具体诗句为依据，不作为可机械照搬的鉴赏术语。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练习。题目来源：《高中同步辅导与检测·语文 必修 上册（人教版）》第68—69页，用户提供两张照片。目标：追踪情感变化。预期方法：圈出乖、只合、可观、应为、独无、但喜。易错：只贴情感标签，忽略变化原因。难度：中。评价：各阶段均有诗句依据，转变过程合理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答案。题目来源：《高中同步辅导与检测·语文 必修 上册（人教版）》第68—69页，用户提供两张照片。参考答案依据本诗内部证据拟定，开放题允许合理同义表达，不虚构原书评分标准。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总结。题目来源：《高中同步辅导与检测·语文 必修 上册（人教版）》第68—69页，用户提供两张照片。</a:t>
            </a:r>
          </a:p>
          <a:p xmlns:a="http://schemas.openxmlformats.org/drawingml/2006/main">
            <a:r>
              <a:t>答案为文本核对后的教学参考答案，非书后官方答案。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63e17adf648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46228c8e14c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0f6b1ccef4f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2b877b1ee4c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749446d5d4f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d5e070b5f41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EBB141-3E0C-47E5-B21B-A6956EFBF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166CC7-7D01-495A-9F95-1809A7CA2E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DD6612-F04E-4BE4-A1B9-54D388A476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ACB16B-3DB7-4EA0-BCD7-2BFBD4379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8203AA-06EC-4434-80B0-EF14171085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11C821-5F69-44D0-8530-852341074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459C50-2C4C-48B6-86CA-5D0BF87241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4F73D6-674A-493A-BAAB-1E2E01428B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5DBF00-A0EC-49EB-9D7E-DA5E501859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DC8797-BA44-49C1-97B4-0AF934623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14947f52ce4954" /><Relationship Type="http://schemas.openxmlformats.org/officeDocument/2006/relationships/slideLayout" Target="/ppt/slideLayouts/slideLayout1.xml" Id="R4475959d24d54ab8" /><Relationship Type="http://schemas.openxmlformats.org/officeDocument/2006/relationships/slideLayout" Target="/ppt/slideLayouts/slideLayout2.xml" Id="Rd476ceebda294ff1" /><Relationship Type="http://schemas.openxmlformats.org/officeDocument/2006/relationships/slideLayout" Target="/ppt/slideLayouts/slideLayout3.xml" Id="R8463982dab374275" /><Relationship Type="http://schemas.openxmlformats.org/officeDocument/2006/relationships/slideLayout" Target="/ppt/slideLayouts/slideLayout4.xml" Id="R4da21f5bfbcd41d2" /><Relationship Type="http://schemas.openxmlformats.org/officeDocument/2006/relationships/slideLayout" Target="/ppt/slideLayouts/slideLayout5.xml" Id="R7bacc6a521a24300" /><Relationship Type="http://schemas.openxmlformats.org/officeDocument/2006/relationships/slideLayout" Target="/ppt/slideLayouts/slideLayout6.xml" Id="R374ab1cc54a247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5959d24d54ab8"/>
    <p:sldLayoutId xmlns:r="http://schemas.openxmlformats.org/officeDocument/2006/relationships" id="2147483650" r:id="Rd476ceebda294ff1"/>
    <p:sldLayoutId xmlns:r="http://schemas.openxmlformats.org/officeDocument/2006/relationships" id="2147483651" r:id="R8463982dab374275"/>
    <p:sldLayoutId xmlns:r="http://schemas.openxmlformats.org/officeDocument/2006/relationships" id="2147483652" r:id="R4da21f5bfbcd41d2"/>
    <p:sldLayoutId xmlns:r="http://schemas.openxmlformats.org/officeDocument/2006/relationships" id="2147483653" r:id="R7bacc6a521a24300"/>
    <p:sldLayoutId xmlns:r="http://schemas.openxmlformats.org/officeDocument/2006/relationships" id="2147483654" r:id="R374ab1cc54a247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2d37b38ce4df7" /><Relationship Type="http://schemas.openxmlformats.org/officeDocument/2006/relationships/notesSlide" Target="/ppt/notesSlides/notesSlide1.xml" Id="R005c7b34dd5f49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67a047e0234d01" /><Relationship Type="http://schemas.openxmlformats.org/officeDocument/2006/relationships/notesSlide" Target="/ppt/notesSlides/notesSlide2.xml" Id="Rf13da4bae89d47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bb268f27f4371" /><Relationship Type="http://schemas.openxmlformats.org/officeDocument/2006/relationships/notesSlide" Target="/ppt/notesSlides/notesSlide3.xml" Id="Re9f95257bc2e4f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d013726e9e49b4" /><Relationship Type="http://schemas.openxmlformats.org/officeDocument/2006/relationships/notesSlide" Target="/ppt/notesSlides/notesSlide4.xml" Id="R0dffef3276a240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5c3ea30604bd9" /><Relationship Type="http://schemas.openxmlformats.org/officeDocument/2006/relationships/notesSlide" Target="/ppt/notesSlides/notesSlide5.xml" Id="R1efc1735531a4f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a59a94f6f343d6" /><Relationship Type="http://schemas.openxmlformats.org/officeDocument/2006/relationships/notesSlide" Target="/ppt/notesSlides/notesSlide6.xml" Id="Re4e71a7737ac4b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b12688e2644098" /><Relationship Type="http://schemas.openxmlformats.org/officeDocument/2006/relationships/notesSlide" Target="/ppt/notesSlides/notesSlide7.xml" Id="Rc3d22aa134bf41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a1503823c545be" /><Relationship Type="http://schemas.openxmlformats.org/officeDocument/2006/relationships/notesSlide" Target="/ppt/notesSlides/notesSlide8.xml" Id="Rce480c4ea92248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cb869aaf14033" /><Relationship Type="http://schemas.openxmlformats.org/officeDocument/2006/relationships/notesSlide" Target="/ppt/notesSlides/notesSlide9.xml" Id="Rc03d159c2bbe45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816de773b4448" /><Relationship Type="http://schemas.openxmlformats.org/officeDocument/2006/relationships/notesSlide" Target="/ppt/notesSlides/notesSlide10.xml" Id="R5e80026ec3214d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c7f26225aa467f" /><Relationship Type="http://schemas.openxmlformats.org/officeDocument/2006/relationships/notesSlide" Target="/ppt/notesSlides/notesSlide11.xml" Id="Rb32c2a8c2e1b47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b44c158f948e9" /><Relationship Type="http://schemas.openxmlformats.org/officeDocument/2006/relationships/notesSlide" Target="/ppt/notesSlides/notesSlide12.xml" Id="R6959fb9dd15b4f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4346b7e144c65" /><Relationship Type="http://schemas.openxmlformats.org/officeDocument/2006/relationships/notesSlide" Target="/ppt/notesSlides/notesSlide13.xml" Id="R24744354fe9a4f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dac2f5da140bd" /><Relationship Type="http://schemas.openxmlformats.org/officeDocument/2006/relationships/notesSlide" Target="/ppt/notesSlides/notesSlide14.xml" Id="R61db5beed9794d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f7d23640444c0" /><Relationship Type="http://schemas.openxmlformats.org/officeDocument/2006/relationships/notesSlide" Target="/ppt/notesSlides/notesSlide15.xml" Id="Rf6f19060eaff4c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07a888de94751" /><Relationship Type="http://schemas.openxmlformats.org/officeDocument/2006/relationships/notesSlide" Target="/ppt/notesSlides/notesSlide16.xml" Id="Raed9e704ebb246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ac4b6833248ee" /><Relationship Type="http://schemas.openxmlformats.org/officeDocument/2006/relationships/notesSlide" Target="/ppt/notesSlides/notesSlide17.xml" Id="R5b31b153923345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26b37e6914efb" /><Relationship Type="http://schemas.openxmlformats.org/officeDocument/2006/relationships/notesSlide" Target="/ppt/notesSlides/notesSlide18.xml" Id="Rd5f809cf94fa42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54d50a21c4000" /><Relationship Type="http://schemas.openxmlformats.org/officeDocument/2006/relationships/notesSlide" Target="/ppt/notesSlides/notesSlide19.xml" Id="Red0b135ce30d41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933ed5c3845aa" /><Relationship Type="http://schemas.openxmlformats.org/officeDocument/2006/relationships/notesSlide" Target="/ppt/notesSlides/notesSlide20.xml" Id="R6ad5c7fd517949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49bd4d586469c" /><Relationship Type="http://schemas.openxmlformats.org/officeDocument/2006/relationships/notesSlide" Target="/ppt/notesSlides/notesSlide21.xml" Id="Ra8d7b9812e054d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16c4d27c974fa1" /><Relationship Type="http://schemas.openxmlformats.org/officeDocument/2006/relationships/notesSlide" Target="/ppt/notesSlides/notesSlide22.xml" Id="R02cc19f09ebd421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7c190b19394b5c" /><Relationship Type="http://schemas.openxmlformats.org/officeDocument/2006/relationships/notesSlide" Target="/ppt/notesSlides/notesSlide23.xml" Id="R4669199da38e48b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231be9259a4a54" /><Relationship Type="http://schemas.openxmlformats.org/officeDocument/2006/relationships/notesSlide" Target="/ppt/notesSlides/notesSlide24.xml" Id="Rcefa9bf268114ac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57b13808e4b55" /><Relationship Type="http://schemas.openxmlformats.org/officeDocument/2006/relationships/notesSlide" Target="/ppt/notesSlides/notesSlide25.xml" Id="R219b7ea038ef46a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03823f5fe4097" /><Relationship Type="http://schemas.openxmlformats.org/officeDocument/2006/relationships/notesSlide" Target="/ppt/notesSlides/notesSlide26.xml" Id="R4612b2db60204c1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43af6acf34af5" /><Relationship Type="http://schemas.openxmlformats.org/officeDocument/2006/relationships/notesSlide" Target="/ppt/notesSlides/notesSlide27.xml" Id="R7106a9fad4e245d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7e6761c5a34b7d" /><Relationship Type="http://schemas.openxmlformats.org/officeDocument/2006/relationships/notesSlide" Target="/ppt/notesSlides/notesSlide28.xml" Id="R0259fdc78b56493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97e59c8d04e17" /><Relationship Type="http://schemas.openxmlformats.org/officeDocument/2006/relationships/notesSlide" Target="/ppt/notesSlides/notesSlide29.xml" Id="R93829601fb564f1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9ac90abb3249cf" /><Relationship Type="http://schemas.openxmlformats.org/officeDocument/2006/relationships/notesSlide" Target="/ppt/notesSlides/notesSlide30.xml" Id="R0ba5afbeb86d43d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94e8ccf024909" /><Relationship Type="http://schemas.openxmlformats.org/officeDocument/2006/relationships/notesSlide" Target="/ppt/notesSlides/notesSlide31.xml" Id="Ra49581d3172b4cc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5b48c97024200" /><Relationship Type="http://schemas.openxmlformats.org/officeDocument/2006/relationships/notesSlide" Target="/ppt/notesSlides/notesSlide32.xml" Id="R515af821020548f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ccb703f864825" /><Relationship Type="http://schemas.openxmlformats.org/officeDocument/2006/relationships/notesSlide" Target="/ppt/notesSlides/notesSlide33.xml" Id="R3e039f690f6e43c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f54cca10e4d0e" /><Relationship Type="http://schemas.openxmlformats.org/officeDocument/2006/relationships/notesSlide" Target="/ppt/notesSlides/notesSlide34.xml" Id="Rc9255235a12847b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e18dd5d0f84e2d" /><Relationship Type="http://schemas.openxmlformats.org/officeDocument/2006/relationships/notesSlide" Target="/ppt/notesSlides/notesSlide35.xml" Id="Ra832825b261e4e6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6ae375732345ae" /><Relationship Type="http://schemas.openxmlformats.org/officeDocument/2006/relationships/notesSlide" Target="/ppt/notesSlides/notesSlide36.xml" Id="R8c84d5d0a252462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3b595ac7624176" /><Relationship Type="http://schemas.openxmlformats.org/officeDocument/2006/relationships/notesSlide" Target="/ppt/notesSlides/notesSlide37.xml" Id="Re429915958b0494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81966f4b24d3c" /><Relationship Type="http://schemas.openxmlformats.org/officeDocument/2006/relationships/notesSlide" Target="/ppt/notesSlides/notesSlide38.xml" Id="R212e489ba3bd44e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79eeaea30642df" /><Relationship Type="http://schemas.openxmlformats.org/officeDocument/2006/relationships/notesSlide" Target="/ppt/notesSlides/notesSlide39.xml" Id="R5c26760bd29c463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96fed2390481b" /><Relationship Type="http://schemas.openxmlformats.org/officeDocument/2006/relationships/notesSlide" Target="/ppt/notesSlides/notesSlide40.xml" Id="Rf6323112c3c3445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ce50756a7404d" /><Relationship Type="http://schemas.openxmlformats.org/officeDocument/2006/relationships/notesSlide" Target="/ppt/notesSlides/notesSlide41.xml" Id="Re3302192a88640d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b684398e74f23" /><Relationship Type="http://schemas.openxmlformats.org/officeDocument/2006/relationships/notesSlide" Target="/ppt/notesSlides/notesSlide42.xml" Id="R2d7b2bab661f453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7c195758084fb2" /><Relationship Type="http://schemas.openxmlformats.org/officeDocument/2006/relationships/notesSlide" Target="/ppt/notesSlides/notesSlide43.xml" Id="Rdc8d4e47a8aa43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62A98-72AC-41D2-9345-36A53308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古诗词基础与鉴赏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094FB-6E2F-4E7D-A2C7-F5DB0051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语文必修上册 · 第三单元习题课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9AA60-92E6-42A3-9FCA-AE962441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《梦游天姥吟留别》  《登高》  《琵琶行并序》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AA6F5-4AD7-4D16-A801-ABD35C84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基础知识积累与陈与义《夜雨》阅读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93917-C842-4DF6-8C11-DDA92F05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6112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EA916-0D2D-4F00-B840-6700E9BA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本课任务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BC8BC-6B63-4B4A-8B49-3B3F0486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基础积累：辨字音字形，结合语境解释词义。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D1384-981B-4286-9365-25AA1250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文言辨析：判断词类活用，区分古今词义。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9C953-2981-486A-A8A0-0F4F455B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诗歌鉴赏：用具体诗句支撑手法、情感和作用。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C36DD-59D8-413D-9A9E-F7DBF88E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课堂安排：基础部分与鉴赏部分可分两课时使用。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1EACF-1191-4CC1-B1C2-68026A3E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2139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5AD39-292E-4395-BEEE-BEC67854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一、识记字音①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AA3AA-3449-44AE-923B-77F795E4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给下列词语中的重点字注音。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6168B-EF45-4B49-BAB9-7246C6DB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天姥　　天台　　剡溪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DC79B-F338-45B3-BE95-2C0FC589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渌水　　脚著　　木屐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140F3-FAFB-4BCC-95F0-09CB44E8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暝色　　殷岩泉　战栗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69A10-18FD-457F-A345-6B46925D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层巅　　澹澹　　悄然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5F7A3-4786-48DD-9C19-FF505FC1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9606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B5C64-AF56-4526-9A32-272C3AD5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一、识记字音①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C6E7A-8F97-4D32-BFB6-845A4B48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天姥 mǔ　　 天台 tāi　　 剡溪 shàn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ED775-3619-4B02-A135-5E1E4C67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渌水 lù　　 脚著 zhuó　 木屐 jī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355A4-90D7-4186-85F9-52FC97E7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暝色 míng　 殷岩泉 yǐn　战栗 lì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55CB2-2B67-4111-A3A7-AAC8BC10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层巅 diān　 澹澹 dàn　　悄然 qiǎo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67377-DDBC-4D26-9CF1-4F4D896F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注意：地名“天台”“剡溪”须按专名读音。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3784C-0143-4BB3-8A47-5AA13A82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2852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F1177-B4D3-4296-A370-B64E6A78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一、识记字音②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A1322-D582-4AB7-A1BF-9E235FD6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给下列词语中的重点字注音。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9B826-9175-4581-9DC1-0C91879D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霓裳　　鸾鸟　　魂魄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C46B8-0FEF-4F1E-BCC0-8B9DC319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双鬓　　商贾　　惘然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4303A-3BB4-4AD6-A35D-F1E1CCF3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憔悴　　转徙　　迁谪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B5DE2-E6D1-4F0F-A724-91C83225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荻花　　虾蟆陵　钿头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66D12-31A3-4A5D-8B07-C84B43D1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银篦　　嘲哳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F7BA8-6174-46FB-8997-9D5C47A1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7043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3AE29-CF80-449F-BB37-236D33CB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一、识记字音②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5D9CB-389C-4F1E-AB55-7BE00CD7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霓裳 cháng　鸾鸟 luán　魂魄 pò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91A78-7E74-4D33-BCC3-87CAC8E6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双鬓 bìn　　商贾 gǔ　　惘然 wǎng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A221C-294D-4E98-833C-8BB7BAAE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憔悴 qiáo cuì　转徙 xǐ　迁谪 zhé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95AEC-15B0-481F-B67F-ACD10A0C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荻花 dí　　虾蟆陵 há má　钿头 diàn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1ACBB-195E-47C7-B457-3F7726FE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银篦 bì　　嘲哳 zhāo zhā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13260-9BE0-4CB2-B842-AC9D740E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“霓裳”“商贾”“虾蟆陵”不可按常见字音猜读。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98508-8007-49AF-AEBC-72EEBBEE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57214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A3FCC-263C-4298-900F-024034BC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一、识记字音③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AEB6A-598B-443D-9446-3969CF66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辨析多音字，在对应词语中注音。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2A4AB-A048-41E6-93AA-0836B196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咽：幽咽（　）　咽喉（　）　下咽（　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A3270-6AF0-4A20-BBED-532A65D1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悄：悄无言（　）　静悄悄（　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5CFD7-1931-4C6B-B133-859B7AAC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横：向天横（　）　蛮横（　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6B02B-452B-4811-A821-32311061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8156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29246-9021-423D-943E-ADD725A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一、识记字音③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04BAF-D257-4A9E-BE90-7727232F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咽：幽咽 yè　　咽喉 yān　　下咽 yàn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2F7E8-E344-491E-AA12-03DB9EEC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悄：悄无言 qiǎo　　静悄悄 qiāo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0547F-452F-419E-A2DA-072A6793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横：向天横 héng　　蛮横 hèng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CACEF-CB51-47A5-890C-ACF9B705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辨音依据：先确定词义，再确定读音。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2DEFD-D897-45FE-AF08-85AF178E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86071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1DC9B-9B2D-4144-9441-01EDD2EA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二、辨识字形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85BB0-6EC4-4715-9FB8-59CAC634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依据拼音填写汉字。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A08DF-93CA-413B-A97A-845D9981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（míng）__色　青__　__蛉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951E8-999A-42F8-B7CE-47D25E6A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（cáo）__杂　（zāo）__糕　（cáo）水__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5BD41-A5B0-4D06-9778-3749E65E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（jiē）__叹　（cuō）__跎　（cuō）__商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8CE49-5627-4CC7-A349-2A9347E5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（xián）管__　（xuán）__妙　（xián）船__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C6C1C-EA23-425F-9A7E-E3EED506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05400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AB721-DD27-4151-AA08-9BE60D32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二、辨识字形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9C3C6-770F-4779-B5CE-709D1606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暝色　　青冥　　螟蛉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4B89B-EF39-44DB-8431-731557A1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嘈杂　　糟糕　　水槽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3BFD2-14F1-4A10-820E-041FD96C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嗟叹　　蹉跎　　磋商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138E3-D7D0-43AC-95A7-B0EBF8CC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管弦　　玄妙　　船舷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1E81A-B1AF-4866-A770-242F354F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字形联系字义：日暮用“暝”，昆虫用“螟”。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BD242-0EBE-4793-8171-B6E02E6A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26039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64241-F342-4456-9DD9-DD4C5878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三、解释词语①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D0FDD-24E1-4111-B8CC-2B409E0F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解释方括号中的词语。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A73A3-B8C8-4D3B-80AC-DA590126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1. 云霞明灭［或］可睹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EB63C-D7BE-47A3-9067-5B16A32F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2. 天姥连天［向天横］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788D8-F7ED-4386-980E-54F240BA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3. 我欲［因］之梦吴越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D3F10-197C-4066-8F00-C2E3E2E5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4. ［渌］水荡漾［清］猿啼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25AB1-D225-4267-B4CC-2B57375C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5. 迷花倚石忽已［暝］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D5C50-A31D-4456-AD06-9A79B4F2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77089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9DCC5-9C78-427E-8356-8D68E51C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三、解释词语①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3F6DD-2069-4FC3-AA3C-78FB8CCF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1. 或：有时。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1019A-848E-48F0-A9A6-E1BA871C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2. 向天横：遮蔽天空。横，有遮蔽之意。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0310F-B0D8-42EA-9C5C-71543F08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3. 因：依据。这里指依据越人的传说。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13E3F-03EA-496C-BF4F-DA567977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4. 渌：清澈。清：凄清、清亮（形容猿声）。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C7E8A-A396-4D39-98F1-FABF296E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5. 暝：天黑、夜晚。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2E556-7287-42CF-A2BC-ECCF7F72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562178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0711A-95AB-4B7B-BF26-0ECD38A4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三、解释词语②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9FDC2-2C41-4186-9C73-AF77FCF2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6. 云［青青］兮欲雨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538DD-8064-4C7A-A1B6-266265BD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7. 忽魂［悸］以［魄动］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2FD5F-40A3-43F6-AF6B-F3497FDC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8. 惟［觉］时之枕席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8FAB5-5B17-466F-8B53-7970A3AF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9. ［失向来］之烟霞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82D0A-1376-4A08-B951-532A585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10. ［且］放白鹿青崖间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87779-22E0-4B0F-877F-A586B2EE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50992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A9C39-DD8E-4D40-994F-4DFD5F7C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三、解释词语②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AC504-CCA6-4E8B-ACA6-E03FAA3C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6. 青青：黑沉沉的。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0B93B-3CB8-45DD-887F-0B3F9BA2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7. 悸：因惊惧而心跳。魄动：心神震动。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847F4-D7C5-444F-B06F-7335BD94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8. 觉：醒。补充：惟，只有。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6537D-FEBA-4C26-A0E8-B09E2646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9. 失：消失。向来：原来，指此前梦中所见。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B5D66-9013-49D5-BEB0-0388498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10. 且：暂且。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D8E6E-A94F-460B-8903-886B7802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671253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B8B15-6B57-4B0A-BF2A-C85CAE7D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三、解释词语③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EC298-FC74-4670-A7F6-7DB8CA81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11. 弦弦掩抑声声［思］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12DE9-8415-4586-B4C5-3DECCA01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12. 低眉［信手］［续续］弹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72272-F964-4429-A1FE-ED16B71D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13. 秋月春风［等闲］度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D0485-8812-443D-A755-21ECD254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14. ［去来］江口守空船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2AF8E-DCC4-4ABE-AC5A-64CFEB1F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15. ［却］坐促弦弦转急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E18EA-859B-4C3C-AB50-E2C876C4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91316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F1640-8167-47B2-976B-808A3F6E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三、解释词语③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7D168-6589-4A2B-AA4A-C190BC50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11. 思（sì）：愁思、情思。补充：掩抑，声音低沉。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4A0D5-82CF-4BA0-AD71-E7708DBB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12. 信手：随手。续续：连续不断的样子。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6EA9E-E43A-4D6C-AB4A-8254C43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13. 等闲：随随便便地、轻易地。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AA1DC-36A9-43B4-9026-D043C6D8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14. 去来：走了以后。来，语气助词。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6314D-CF63-4BDA-98BD-AC9529D7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15. 却：退回。补充：促弦，把弦拧紧。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126E8-BC67-4E63-A39D-516B4C99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13442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4666D-AF72-428F-8F38-724D8E49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四、词类活用①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ED6B1-18FE-43A5-893C-BB1B4D62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指出方括号中的词的用法并解释。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44C2A-0437-4605-879E-E642D177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1. 对此欲倒［东南］倾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A4646-7F65-48A7-9D05-87F6A76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2. 熊咆龙吟［殷］岩泉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EB6EB-9608-43DD-A5C7-013744D8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3. ［栗］深林兮［惊］层巅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EBB14-9851-49E5-BF72-F6FA68EF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4. 云青青兮欲［雨］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4217E-DDCC-4A4E-AEDF-E25812CD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5. 虎［鼓］瑟兮鸾［回］车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F46E2-ACA6-4051-86BD-822D349C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283833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4CC8F-CE41-4C68-B777-892103F4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四、词类活用①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85332-AE08-4806-A706-2F4BA792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1. 东南：名词作状语，向东南。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65AA8-EBB7-4BD7-A74D-4915F602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2. 殷：形容词作动词，震响、震动。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37D83-0989-4943-9D0B-6555D521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3. 栗、惊：使动用法，使……战栗、使……震惊。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BF31C-26F2-4500-AEC4-6E0FA0E3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4. 雨：名词作动词，下雨。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702C8-838B-403A-8471-D3B03E6B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5. 鼓：名词作动词，弹奏。回：使动，使……回转。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06E6D-7CE8-49AE-AE69-156BF469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990603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412B2-05DC-4DA9-BFB6-574A5C43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四、词类活用②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D3DFA-ADB2-474E-87F9-85DEADE7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6. 安能摧眉折腰［事］权贵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6FF6C-EA0A-4A12-B44E-B02F01D1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7. 遂命［酒］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7DDD3-B139-4C4F-A205-932EF8CA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8. ［歌］以赠之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102E4-EF3A-4CBC-AACC-414B5382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9. 浔阳江头［夜］送客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D4049-0E99-4F59-8C4A-BD427E0B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10. 商人［重］利［轻］别离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9D041-1CD1-4675-8502-F55ACBF2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985029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662A1-C3A3-4CEB-BE58-BD1BEACD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四、词类活用②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2AABD-AA51-4A70-AD40-7069CE8B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6. 事：名词作动词，侍奉。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B597F-8A63-401A-897A-D62DE8D9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7. 酒：名词作动词，摆酒席。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14EFC-11B3-4033-AE66-DAF50071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8. 歌：名词作动词，作歌。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32FEB-F958-4490-ADF1-01587EBF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9. 夜：名词作状语，在夜里。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11455-3339-464D-BFB3-4BEC45B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10. 重、轻：意动用法，看重……、轻视……。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EF216-DAC7-4D97-BC76-6EE0B3ED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181873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E1272-5D97-4734-B775-D351428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五、古今异义①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BB409-4F22-41AC-BB52-08AE8050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解释加括号词语在句中的古义。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D4307-0193-40CA-B7D5-A181BE2C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1. 烟涛微茫［信］难求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C99E0-EFA8-4626-9DAD-9603F88B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2. ［明年］秋，送客湓浦口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F7DCF-BC30-4C2E-8972-86523A38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3. ［因为］长句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465F8-440F-4B54-BFC7-9CC3B1DB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4. 铁骑［突出］刀枪鸣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BBCEB-7857-4B92-8D44-F94EA03E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081553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C2FE3-7725-40D0-92A2-C17BF12C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五、古今异义①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74B2D-8C8D-4462-A5E4-38FC1F49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1. 信：实在、确实。今常指书信或相信。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0DC0B-7DA3-48DC-96E1-754C454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2. 明年：第二年。今指今年的下一年。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FFD4D-DAF7-4098-9332-18850834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3. 因为：于是创作。因，副词。为，动词。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1ABD3-2A9D-44BE-9A7B-FAD9A6BE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4. 突出：突然冲出。今指鼓出来或显著。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87BF6-1140-4F2A-983F-7EDF04A5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“因为长句”须拆开解释，不能套用现代因果连词。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D0A10-F032-49E4-BBA2-B30056FA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710412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26A53-9205-4330-B73F-9968B19A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五、古今异义②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ADC4A-57B6-491C-9AE7-C4A7C6C1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5. ［整顿］衣裳起敛容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E0AD0-B55A-44DA-B376-595671AA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6. 暮去朝来［颜色］故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B9D5D-E9FF-4D82-AB63-A1EE99C1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7. ［老大］嫁作商人妇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F0661-A776-46D6-AD0A-E141F807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提示：先把词放回人物动作或人生经历中理解。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567F8-523F-47D7-86BC-C95FFDA2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799647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5FABE-A6C6-4ED7-8402-45600729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五、古今异义②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3AC26-FB1B-466B-BBFB-FC8104EE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5. 整顿：整理。今常指使紊乱的变整齐。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F46F4-C053-40F8-869E-1D9F618F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6. 颜色：容貌、脸色。今常指物体的色彩。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1A359-9D4A-4EB5-804D-A87FB645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7. 老大：年纪大了。今可指排行第一的人。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1DEB7-C9ED-4310-B4D5-22952274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语境判断：“颜色故”写容颜衰老，“老大”写年华逝去。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68EA9-4C89-44F1-9302-C6CB20BE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532740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B54A1-9603-4C2C-A202-AB373CE4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六、李白与杜甫：比较阅读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605BC-1870-4449-B39C-01ADAB1B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结合《梦游天姥吟留别》《登高》及以前学过的诗歌，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23F8D-22D7-429C-818A-E4AF003B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分析二人在创作风格和意象选择上的区别。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EDC0A-83F7-4024-AEAD-2BE833AB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作答要求：分别概括风格，并各举两处诗中证据。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F51BD-52BB-44A3-ABE6-8DB8B15E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934086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6BC92-7585-458C-9AFB-DC9DA819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李白：想象奇特，气势奔放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33137-27DF-4D19-93CE-281E550F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创作风格：本诗想象丰富，夸张大胆，情感强烈。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69196-8941-4F94-A3A2-C6E9FF43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意象选择：天姥高峰、云霓、金银台、仙人、白鹿。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922CA-1D7C-486B-AA1F-F8E6BA1F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“天台四万八千丈，对此欲倒东南倾”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DC755-DE1B-43EB-9977-CA0659C6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以夸张与衬托写天姥的高峻，显示雄奇气势。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0B1F5-57CD-42C0-9440-B0401743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“霓为衣兮风为马”：神奇想象构成瑰丽仙境。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1CAF1-5F50-4A27-8AA9-DF927003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469785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8419C-08F8-482A-8E6D-9AB7ACC5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杜甫：沉郁顿挫，情景交融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1EAE2-467C-41C7-9636-32EF0FD0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创作风格：本诗情感深沉，语言凝练，节奏富于变化。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377D2-26D0-469D-A5D1-C7839971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意象选择：急风、哀猿、飞鸟、落木、长江、霜鬓。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4741D-4044-44B3-BEA2-BBC8590E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“无边落木萧萧下，不尽长江滚滚来”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CA592-DA45-487A-A6A4-2AA6F52E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以苍凉阔大的秋景，寄托漂泊衰老与身世之悲。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86FD8-69BB-42DA-AAD1-89E71EF1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比较须立足具体诗篇，两位诗人的风格并非单一。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39077-9D5A-46EF-8C8A-6893F36C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253238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38D3E-5A95-418F-9B7A-E40B255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七、《登高》的格律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C865E-48FB-4874-98F0-1B8D7A96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结合平仄、用韵和对仗，分析这首七言律诗。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25368-F189-4921-AA01-4CE5107F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风急天高猿啸哀，渚清沙白鸟飞回。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E629A-7164-479D-8A30-38B34397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无边落木萧萧下，不尽长江滚滚来。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44270-2F7E-4F89-9F22-F2CB4955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万里悲秋常作客，百年多病独登台。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59E4C-A457-47EC-A2E8-3C21F66E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艰难苦恨繁霜鬓，潦倒新停浊酒杯。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1C0F5-29BE-4E34-8B43-4C3D816B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440766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8A221-97FA-4C81-8E8C-6839EA2C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《登高》：体式与用韵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05F64-B387-4D9D-8EAD-A5720DAE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体式：全诗八句，每句七字，共四联。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8AFF3-A550-4BC6-9822-C1DA2E73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用韵：哀、回、来、台、杯，同属平水韵上平十灰。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0D850-3422-4447-A764-52E377CE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首句入韵，第二、四、六、八句押韵，一韵到底。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7A92C-E8F3-41AD-B557-55905FBA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效果：韵脚反复照应，朗读时形成回环连贯的声韵。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2E374-A944-4667-86EC-D689CA52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判断古诗押韵和平仄，不能只看普通话读音。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D56FF-FE09-427F-BE70-D032ED94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519967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516B7-7E11-45E3-AC57-182F3A19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《登高》：平仄与对仗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51C21-6799-40D4-BF97-2EE35E34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平仄示例：风急天高猿啸哀＝平仄平平平仄平。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2EC7E-C213-4485-B820-8622706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“急”古属入声，判为仄声。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EE94C-70F0-4448-8C4D-7C5BF0B1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全诗四联皆对，首联又有“风急／天高”等句中对。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EC9EF-C34D-4FEF-836A-23FD680A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颔联：无边／不尽，落木／长江，萧萧／滚滚，下／来。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34F33-6961-4128-9F54-DDA99156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叠词形成节奏，“下”“来”使秋景具有动态与气势。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130E5-816F-4CD9-8E72-A3C08863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9563065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9BB72-749E-4090-8A77-B8515FBC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八、《琵琶行》的景物描写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37F47-5CF4-4A0F-8EC8-23B5F210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找出《琵琶行并序》中描写景物的诗句，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3F245-F93E-43F5-B3A4-ED6CF166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说明这些景物描写的作用。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6324B-E81B-4CCA-A6F3-2F8BBA78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作答路径：景物特征＋所在情境＋情感或结构作用。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DF212-F46C-479D-B90C-04793D4D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注意区分：真实环境描写与音乐描写中的比喻。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C235F-24FB-4391-B3E4-9AF6BF0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050296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DEE7D-7947-4A02-A2AF-8DA7577C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景物作用①：离别与余音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75058-310C-41BB-9792-BC9F2D16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“浔阳江头夜送客，枫叶荻花秋瑟瑟。”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A6B1B-3C4B-44A7-BCB4-13C7B1A4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秋夜江边，枫叶荻花与秋风构成萧瑟环境，烘托离愁。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AAB83-47FA-4223-9B6D-A035CD73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“醉不成欢惨将别，别时茫茫江浸月。”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2D55F-53CC-4130-AEF1-04D0A17D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茫茫江水与月色渲染愁绪，为琵琶声出现作铺垫。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BA869-DE01-465E-AA9E-8DC88E96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“东船西舫悄无言，唯见江心秋月白。”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3D10B-E6EA-421C-B80A-1C6D9BD8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以环境寂静和听众无言，侧面烘托音乐的感染力。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B4CE1-94BC-4FB2-B6EA-E937C0FB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714552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094CA-3512-45B6-91B9-39D84C5B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景物作用②：孤独与迁谪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88FCC-93F4-4479-94EE-73967BC1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“去来江口守空船，绕船月明江水寒。”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3067A-9435-4CBB-9B88-AF379FBC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清冷的月色和江水，烘托琵琶女独守空船的孤寂。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A5128-68CF-4874-B029-248A0D9A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“住近湓江地低湿，黄芦苦竹绕宅生。”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FE59C-D6A7-412B-990E-B5F06451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荒僻、低湿的居住环境，衬托诗人谪居的苦闷。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AAFE4-EFB7-484F-93F9-3C2E6FD3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“其间旦暮闻何物？杜鹃啼血猿哀鸣。”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273BB-D911-4CBD-925C-007821E6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借哀切的声音渲染悲凉，使“同是天涯沦落人”有依托。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767DB-67CF-4A58-A98F-122CC2D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60628563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4E857-DA28-4FEC-BBED-814F53AB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九、《琵琶行》的音乐描写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BB053-0EC4-4297-A1B0-E9DFA825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《琵琶行并序》如何描绘音乐？有哪些好处？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D0CB7-DF5D-4F20-B8AF-6A9A0594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请从比喻、拟声、节奏变化、侧面描写等角度选择作答。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8F4A0-6992-457A-935D-F694327C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每一种手法至少配一处诗句，并说明声音特点。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24689-8576-4CE7-B9E5-9CBC897E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2069194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4C6B6-CB88-4205-ABDA-1AF6EBEE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音乐描写①：把声音写得可感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4A8BE-6F28-4AA2-A3A5-599C3FB5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“大弦嘈嘈如急雨，小弦切切如私语。”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3BDCC-DB49-4022-9DA3-5DF1A277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比喻与拟声结合，分别写出粗重急促、轻细柔和。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3DCCC-8FCF-4FC7-8CCC-6E8E17C6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“大珠小珠落玉盘”：以比喻写清脆圆润、错落有致。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B66C8-EE67-47B6-8A2E-FBEEF3DB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“间关莺语花底滑，幽咽泉流冰下难。”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9C8D6-B38A-4E2A-BAEB-DB4ACCDA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由流畅婉转转为低沉阻塞，声音变化对应情感起伏。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AB4C7-4EF9-4050-924F-0E8EE1EA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10192345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DF5FC-0B4D-4FE8-BA16-014AF22D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音乐描写②：停顿、高潮与余韵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E75A7-7AE2-4229-BCFC-27EEEF1B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“此时无声胜有声”：暂歇中含有幽愁暗恨。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C8FC7-1A4D-40DC-B262-991999C7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“银瓶乍破水浆迸，铁骑突出刀枪鸣”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BA046-4D8F-45EB-AE5F-97D75C8D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以鲜明比喻写突然爆发的激越声势。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2360C-E1A0-4519-A790-6CEBACD1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“四弦一声如裂帛”：强烈一击，戛然而止。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2CF2E-DA91-46EC-9F53-08B908D6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“东船西舫悄无言”：听众反应与寂静环境构成侧写。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04E29-A216-48E9-9D44-FE5CCB63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作用：展现乐曲层次，使抽象声音与人物情感相联系。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079EF-9536-4B50-B16E-A61C8C53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53708402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BD318-275A-4E3A-92BF-7D13AF3D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十、迁移阅读《夜雨》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CD90E-60E9-4127-9F13-0E1417D6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陈与义〔宋代〕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89DCA-9EDB-4E91-A4B8-585A66CB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经岁柴门百事乖，此身只合卧苍苔。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357C2-EFED-4749-9A90-5178B38D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蝉声未足秋风起，木叶俱鸣夜雨来。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2259A-7908-4B0E-9EEC-74799D92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棋局可观浮世理，灯花应为好诗开。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F3F37-E995-40C3-ADAA-0A137BFF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独无宋玉悲歌念，但喜新凉入酒杯。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E9312-8176-443F-94B2-1E80887E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2814981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7BCE5-0368-44E6-8B09-CBE2AACE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《夜雨》选择题：选项 A、B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2EE25-43D4-4A82-99E7-97BF2E6A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下列对这首诗的理解与赏析，不正确的一项是（　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44534-B0B7-4A4E-B101-56D889FC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A．诗的开头交代，诗人虽多年身处柴门中，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52BD9-5789-4561-94AF-23C49F31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但诸事顺遂，快乐无忧，希望如隐者般卧于苍苔。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98BAD-7A08-42CE-870B-2A98A197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B．颔联写蝉声未尽，秋风已至，夜雨骤起，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4F07E-EC9A-4957-9AA4-1F67790E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木叶齐鸣，通过视听结合描绘了秋夜的独特意蕴。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8496B-2FB5-495C-B89C-609D98D0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85238358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081D9-4E00-4A3B-9B96-259E401F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《夜雨》选择题：选项 C、D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2E070-AAB4-4887-A39C-2B05D990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C．颈联借“棋局”感悟大千世界的浮沉之道，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AFB51-27F5-4BCC-971D-BED53126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与《约客》中“闲敲棋子落灯花”的立意不同。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A8FC0-A0CE-4E83-B08A-52692F07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D．本诗的结构独特，以情起，以景承，以理结，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C9873-5B9C-4D04-860D-F7FF17C7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既是吟秋，亦是写怀，既有雅趣，又有诗兴。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313CE-BBBC-45F8-AE4E-DCC9BADA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90664452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F3380-1088-4B90-8F28-1AF22341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《夜雨》选择题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C6EF8-ABC9-4A63-9AD9-F18A8E6C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答案：A。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97C44-7278-4034-895D-1EBEAFE6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“百事乖”的“乖”指不顺、违背心意。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DA740-305C-4A35-B336-9A7B5FDB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“只合卧苍苔”流露失意、自嘲与无奈。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93772-344F-491D-B240-5851CE78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A把“百事乖”理解成“诸事顺遂、快乐无忧”，与原意相反。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08EA2-116A-4189-9AD6-43F2B067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判断依据：先解释关键字词，再核对选项的情感判断。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091FE-0568-48BB-A279-C0C1F12C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03958713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1B2BF-F9B8-4F55-953D-58BD15A6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《夜雨》：情感变化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498FD-E5CA-4594-BE49-314F9E7E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本诗写出了诗人情感变化的过程，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D1042-18D5-436F-92A5-8CC7593C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请结合诗句简要分析。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52B3D-41F6-4B02-BB1E-4DF48A51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独立作答：按诗歌顺序，写清起点、转折与终点。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8C61F-24D5-40BC-8FE5-89945906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每一层都要有对应词句，不能只写“先悲后喜”。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748C4-EE84-4F8B-BF6A-5E633DF5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75151008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C6C61-A098-4F6A-AEEE-3DEEA5B1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《夜雨》：情感变化参考答案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623AF-7C4E-4A3D-AEB3-01E14692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起初失意无奈：“百事乖”“只合”写诸事不顺的苦闷。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CD479-794E-4E59-9FA4-FE06FB3F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继而有所转变：秋风夜雨带来季节变化，诗人转向观景。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08199-859C-4911-BBF5-25490FA5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逐渐自适：“棋局可观”“灯花应为”，写观棋悟理、得诗之趣。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7B11F-B322-4CDB-8B73-1F4E3835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最终欣喜旷达：“独无”否定悲秋，“但喜”点明新凉与饮酒之乐。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9097D-7B82-4E7D-94EA-480D0AD1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A4C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3A4C"/>
                </a:solidFill>
                <a:latin typeface="SimSun"/>
                <a:ea typeface="SimSun"/>
                <a:cs typeface="SimSun"/>
              </a:rPr>
              <a:t>全诗从失意转向自我排遣，终以喜悦收束。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7FEBF-BAE4-4D96-A52A-A7417265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00944825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30D1C-9A1B-4FE6-B75F-B53CCB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B4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2B41"/>
                </a:solidFill>
                <a:latin typeface="SimSun"/>
                <a:ea typeface="SimSun"/>
                <a:cs typeface="SimSun"/>
              </a:rPr>
              <a:t>课堂收束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58DAC-01A9-4ADE-8018-6F46A1EB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词义题：解释必须放回原句。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22A57-78BD-45B1-BD7B-B3BB9AE1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活用题：用法名称与语境释义一起回答。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E0CE5-C2F3-454A-B6E7-4226D00E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鉴赏题：手法或情感判断后，要给出诗句和具体分析。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2286B-0C67-46F9-A988-3B338363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525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252525"/>
                </a:solidFill>
                <a:latin typeface="SimSun"/>
                <a:ea typeface="SimSun"/>
                <a:cs typeface="SimSun"/>
              </a:rPr>
              <a:t>课后订正：选三处错题，写明误读原因及正确依据。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A7417-1016-4667-B254-C6DF02CA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746616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2026-10-15T15:14:55.4540000Z</dcterms:created>
  <dcterms:modified xsi:type="dcterms:W3CDTF">2026-10-15T15:14:55.4540000Z</dcterms:modified>
</coreProperties>
</file>