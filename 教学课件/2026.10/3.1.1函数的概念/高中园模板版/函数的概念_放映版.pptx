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bda61dbe64796" /><Relationship Type="http://schemas.openxmlformats.org/officeDocument/2006/relationships/extended-properties" Target="/docProps/app.xml" Id="R0717844b468f4de8" /><Relationship Type="http://schemas.openxmlformats.org/officeDocument/2006/relationships/officeDocument" Target="/ppt/presentation.xml" Id="R9e4ba48971d24b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61b85588134f27"/>
  </p:sldMasterIdLst>
  <p:notesMasterIdLst>
    <p:notesMasterId xmlns:r="http://schemas.openxmlformats.org/officeDocument/2006/relationships" r:id="R115a0b4e90874443"/>
  </p:notesMasterIdLst>
  <p:sldIdLst>
    <p:sldId xmlns:r="http://schemas.openxmlformats.org/officeDocument/2006/relationships" id="256" r:id="R9554bed70f324687"/>
    <p:sldId xmlns:r="http://schemas.openxmlformats.org/officeDocument/2006/relationships" id="257" r:id="R22a27c5365ad46a7"/>
    <p:sldId xmlns:r="http://schemas.openxmlformats.org/officeDocument/2006/relationships" id="258" r:id="Rffab1a26afb54f4f"/>
    <p:sldId xmlns:r="http://schemas.openxmlformats.org/officeDocument/2006/relationships" id="259" r:id="R851fc557f3464ca1"/>
    <p:sldId xmlns:r="http://schemas.openxmlformats.org/officeDocument/2006/relationships" id="260" r:id="Rd302d3e533e14e48"/>
    <p:sldId xmlns:r="http://schemas.openxmlformats.org/officeDocument/2006/relationships" id="261" r:id="Red2bca2f2cc448e1"/>
    <p:sldId xmlns:r="http://schemas.openxmlformats.org/officeDocument/2006/relationships" id="262" r:id="R8518854be35f4434"/>
    <p:sldId xmlns:r="http://schemas.openxmlformats.org/officeDocument/2006/relationships" id="263" r:id="R6fd34def36a04302"/>
    <p:sldId xmlns:r="http://schemas.openxmlformats.org/officeDocument/2006/relationships" id="264" r:id="Rea25a869eb91468f"/>
    <p:sldId xmlns:r="http://schemas.openxmlformats.org/officeDocument/2006/relationships" id="265" r:id="R0b4d7347a2924e04"/>
    <p:sldId xmlns:r="http://schemas.openxmlformats.org/officeDocument/2006/relationships" id="266" r:id="Rdcb66bf93d894f7d"/>
    <p:sldId xmlns:r="http://schemas.openxmlformats.org/officeDocument/2006/relationships" id="267" r:id="R57c80ee1b2c04161"/>
    <p:sldId xmlns:r="http://schemas.openxmlformats.org/officeDocument/2006/relationships" id="268" r:id="R84cf40a304f8498e"/>
    <p:sldId xmlns:r="http://schemas.openxmlformats.org/officeDocument/2006/relationships" id="269" r:id="Re113afd60ba14ca1"/>
    <p:sldId xmlns:r="http://schemas.openxmlformats.org/officeDocument/2006/relationships" id="270" r:id="R8225146f0dd34bed"/>
    <p:sldId xmlns:r="http://schemas.openxmlformats.org/officeDocument/2006/relationships" id="271" r:id="R92908d5370ea4e75"/>
    <p:sldId xmlns:r="http://schemas.openxmlformats.org/officeDocument/2006/relationships" id="272" r:id="R8983d1781ea74921"/>
    <p:sldId xmlns:r="http://schemas.openxmlformats.org/officeDocument/2006/relationships" id="273" r:id="R3ca33e8038394219"/>
    <p:sldId xmlns:r="http://schemas.openxmlformats.org/officeDocument/2006/relationships" id="274" r:id="Rc004ef4d954443f5"/>
    <p:sldId xmlns:r="http://schemas.openxmlformats.org/officeDocument/2006/relationships" id="275" r:id="R9d66744c18f64506"/>
    <p:sldId xmlns:r="http://schemas.openxmlformats.org/officeDocument/2006/relationships" id="276" r:id="R11347c4a4e394ed3"/>
    <p:sldId xmlns:r="http://schemas.openxmlformats.org/officeDocument/2006/relationships" id="277" r:id="Rfa73daafe2334887"/>
    <p:sldId xmlns:r="http://schemas.openxmlformats.org/officeDocument/2006/relationships" id="278" r:id="R915d221f418f4119"/>
    <p:sldId xmlns:r="http://schemas.openxmlformats.org/officeDocument/2006/relationships" id="279" r:id="R6e4a673085f44c53"/>
    <p:sldId xmlns:r="http://schemas.openxmlformats.org/officeDocument/2006/relationships" id="280" r:id="R80b9f0bf3f0d4238"/>
    <p:sldId xmlns:r="http://schemas.openxmlformats.org/officeDocument/2006/relationships" id="281" r:id="R327494146a924cc2"/>
    <p:sldId xmlns:r="http://schemas.openxmlformats.org/officeDocument/2006/relationships" id="282" r:id="R3e71390ac9714b1f"/>
    <p:sldId xmlns:r="http://schemas.openxmlformats.org/officeDocument/2006/relationships" id="283" r:id="R7ceb9536f4984167"/>
    <p:sldId xmlns:r="http://schemas.openxmlformats.org/officeDocument/2006/relationships" id="284" r:id="R30e18f00af054299"/>
    <p:sldId xmlns:r="http://schemas.openxmlformats.org/officeDocument/2006/relationships" id="285" r:id="Rdbd1308eaa5f43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7650689332402d" /><Relationship Type="http://schemas.openxmlformats.org/officeDocument/2006/relationships/slideMaster" Target="/ppt/slideMasters/slideMaster1.xml" Id="R6361b85588134f27" /><Relationship Type="http://schemas.openxmlformats.org/officeDocument/2006/relationships/notesMaster" Target="/ppt/notesMasters/notesMaster1.xml" Id="R115a0b4e90874443" /><Relationship Type="http://schemas.openxmlformats.org/officeDocument/2006/relationships/presProps" Target="/ppt/presProps.xml" Id="Rc4c7f0c47a9a47a2" /><Relationship Type="http://schemas.openxmlformats.org/officeDocument/2006/relationships/tableStyles" Target="/ppt/tableStyles.xml" Id="Rc16f19fec4d44ec4" /><Relationship Type="http://schemas.openxmlformats.org/officeDocument/2006/relationships/slide" Target="/ppt/slides/slide1.xml" Id="R9554bed70f324687" /><Relationship Type="http://schemas.openxmlformats.org/officeDocument/2006/relationships/slide" Target="/ppt/slides/slide2.xml" Id="R22a27c5365ad46a7" /><Relationship Type="http://schemas.openxmlformats.org/officeDocument/2006/relationships/slide" Target="/ppt/slides/slide3.xml" Id="Rffab1a26afb54f4f" /><Relationship Type="http://schemas.openxmlformats.org/officeDocument/2006/relationships/slide" Target="/ppt/slides/slide4.xml" Id="R851fc557f3464ca1" /><Relationship Type="http://schemas.openxmlformats.org/officeDocument/2006/relationships/slide" Target="/ppt/slides/slide5.xml" Id="Rd302d3e533e14e48" /><Relationship Type="http://schemas.openxmlformats.org/officeDocument/2006/relationships/slide" Target="/ppt/slides/slide6.xml" Id="Red2bca2f2cc448e1" /><Relationship Type="http://schemas.openxmlformats.org/officeDocument/2006/relationships/slide" Target="/ppt/slides/slide7.xml" Id="R8518854be35f4434" /><Relationship Type="http://schemas.openxmlformats.org/officeDocument/2006/relationships/slide" Target="/ppt/slides/slide8.xml" Id="R6fd34def36a04302" /><Relationship Type="http://schemas.openxmlformats.org/officeDocument/2006/relationships/slide" Target="/ppt/slides/slide9.xml" Id="Rea25a869eb91468f" /><Relationship Type="http://schemas.openxmlformats.org/officeDocument/2006/relationships/slide" Target="/ppt/slides/slide10.xml" Id="R0b4d7347a2924e04" /><Relationship Type="http://schemas.openxmlformats.org/officeDocument/2006/relationships/slide" Target="/ppt/slides/slide11.xml" Id="Rdcb66bf93d894f7d" /><Relationship Type="http://schemas.openxmlformats.org/officeDocument/2006/relationships/slide" Target="/ppt/slides/slide12.xml" Id="R57c80ee1b2c04161" /><Relationship Type="http://schemas.openxmlformats.org/officeDocument/2006/relationships/slide" Target="/ppt/slides/slide13.xml" Id="R84cf40a304f8498e" /><Relationship Type="http://schemas.openxmlformats.org/officeDocument/2006/relationships/slide" Target="/ppt/slides/slide14.xml" Id="Re113afd60ba14ca1" /><Relationship Type="http://schemas.openxmlformats.org/officeDocument/2006/relationships/slide" Target="/ppt/slides/slide15.xml" Id="R8225146f0dd34bed" /><Relationship Type="http://schemas.openxmlformats.org/officeDocument/2006/relationships/slide" Target="/ppt/slides/slide16.xml" Id="R92908d5370ea4e75" /><Relationship Type="http://schemas.openxmlformats.org/officeDocument/2006/relationships/slide" Target="/ppt/slides/slide17.xml" Id="R8983d1781ea74921" /><Relationship Type="http://schemas.openxmlformats.org/officeDocument/2006/relationships/slide" Target="/ppt/slides/slide18.xml" Id="R3ca33e8038394219" /><Relationship Type="http://schemas.openxmlformats.org/officeDocument/2006/relationships/slide" Target="/ppt/slides/slide19.xml" Id="Rc004ef4d954443f5" /><Relationship Type="http://schemas.openxmlformats.org/officeDocument/2006/relationships/slide" Target="/ppt/slides/slide20.xml" Id="R9d66744c18f64506" /><Relationship Type="http://schemas.openxmlformats.org/officeDocument/2006/relationships/slide" Target="/ppt/slides/slide21.xml" Id="R11347c4a4e394ed3" /><Relationship Type="http://schemas.openxmlformats.org/officeDocument/2006/relationships/slide" Target="/ppt/slides/slide22.xml" Id="Rfa73daafe2334887" /><Relationship Type="http://schemas.openxmlformats.org/officeDocument/2006/relationships/slide" Target="/ppt/slides/slide23.xml" Id="R915d221f418f4119" /><Relationship Type="http://schemas.openxmlformats.org/officeDocument/2006/relationships/slide" Target="/ppt/slides/slide24.xml" Id="R6e4a673085f44c53" /><Relationship Type="http://schemas.openxmlformats.org/officeDocument/2006/relationships/slide" Target="/ppt/slides/slide25.xml" Id="R80b9f0bf3f0d4238" /><Relationship Type="http://schemas.openxmlformats.org/officeDocument/2006/relationships/slide" Target="/ppt/slides/slide26.xml" Id="R327494146a924cc2" /><Relationship Type="http://schemas.openxmlformats.org/officeDocument/2006/relationships/slide" Target="/ppt/slides/slide27.xml" Id="R3e71390ac9714b1f" /><Relationship Type="http://schemas.openxmlformats.org/officeDocument/2006/relationships/slide" Target="/ppt/slides/slide28.xml" Id="R7ceb9536f4984167" /><Relationship Type="http://schemas.openxmlformats.org/officeDocument/2006/relationships/slide" Target="/ppt/slides/slide29.xml" Id="R30e18f00af054299" /><Relationship Type="http://schemas.openxmlformats.org/officeDocument/2006/relationships/slide" Target="/ppt/slides/slide30.xml" Id="Rdbd1308eaa5f43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dbb156f0c2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7c7db228af45b4" /><Relationship Type="http://schemas.openxmlformats.org/officeDocument/2006/relationships/notesMaster" Target="/ppt/notesMasters/notesMaster1.xml" Id="Rbfaa1cf3be9b46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340ce2efd463a" /><Relationship Type="http://schemas.openxmlformats.org/officeDocument/2006/relationships/notesMaster" Target="/ppt/notesMasters/notesMaster1.xml" Id="Rdd9f4a6b77ca4c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1656f7fc574f44" /><Relationship Type="http://schemas.openxmlformats.org/officeDocument/2006/relationships/notesMaster" Target="/ppt/notesMasters/notesMaster1.xml" Id="R62c3134bcaea42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ff4940ff094710" /><Relationship Type="http://schemas.openxmlformats.org/officeDocument/2006/relationships/notesMaster" Target="/ppt/notesMasters/notesMaster1.xml" Id="R4aa2c6580d854a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e1594dd1c44dfa" /><Relationship Type="http://schemas.openxmlformats.org/officeDocument/2006/relationships/notesMaster" Target="/ppt/notesMasters/notesMaster1.xml" Id="R1466cdbc6e81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a79f0009a94ded" /><Relationship Type="http://schemas.openxmlformats.org/officeDocument/2006/relationships/notesMaster" Target="/ppt/notesMasters/notesMaster1.xml" Id="Rce4d957b2b044e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23fd4155fa4c9f" /><Relationship Type="http://schemas.openxmlformats.org/officeDocument/2006/relationships/notesMaster" Target="/ppt/notesMasters/notesMaster1.xml" Id="Ra283cbd9b0c24f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a1d1cac79d4a34" /><Relationship Type="http://schemas.openxmlformats.org/officeDocument/2006/relationships/notesMaster" Target="/ppt/notesMasters/notesMaster1.xml" Id="Rbd7a15ca504f4c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beb8b0866546aa" /><Relationship Type="http://schemas.openxmlformats.org/officeDocument/2006/relationships/notesMaster" Target="/ppt/notesMasters/notesMaster1.xml" Id="Rac59be81bfc04a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7067349a8d4467" /><Relationship Type="http://schemas.openxmlformats.org/officeDocument/2006/relationships/notesMaster" Target="/ppt/notesMasters/notesMaster1.xml" Id="R15a22b8d184b45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9ee247610e44fe" /><Relationship Type="http://schemas.openxmlformats.org/officeDocument/2006/relationships/notesMaster" Target="/ppt/notesMasters/notesMaster1.xml" Id="Rd05fa5f58ed640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03d2c5ae2c4b08" /><Relationship Type="http://schemas.openxmlformats.org/officeDocument/2006/relationships/notesMaster" Target="/ppt/notesMasters/notesMaster1.xml" Id="R05b996267ef24d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400c96eefe4218" /><Relationship Type="http://schemas.openxmlformats.org/officeDocument/2006/relationships/notesMaster" Target="/ppt/notesMasters/notesMaster1.xml" Id="Rb146c00b99f14e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26c91ea0314364" /><Relationship Type="http://schemas.openxmlformats.org/officeDocument/2006/relationships/notesMaster" Target="/ppt/notesMasters/notesMaster1.xml" Id="Rdd46839f83b849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899880470b441e" /><Relationship Type="http://schemas.openxmlformats.org/officeDocument/2006/relationships/notesMaster" Target="/ppt/notesMasters/notesMaster1.xml" Id="R0d6f0a86da2f44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a6c3abe11a4eb2" /><Relationship Type="http://schemas.openxmlformats.org/officeDocument/2006/relationships/notesMaster" Target="/ppt/notesMasters/notesMaster1.xml" Id="Raa229f4159f54e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75253f9f6d401e" /><Relationship Type="http://schemas.openxmlformats.org/officeDocument/2006/relationships/notesMaster" Target="/ppt/notesMasters/notesMaster1.xml" Id="Ra6a08188e48f43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0cfc2a28304ffc" /><Relationship Type="http://schemas.openxmlformats.org/officeDocument/2006/relationships/notesMaster" Target="/ppt/notesMasters/notesMaster1.xml" Id="R56565250b16a44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bba84969c84c06" /><Relationship Type="http://schemas.openxmlformats.org/officeDocument/2006/relationships/notesMaster" Target="/ppt/notesMasters/notesMaster1.xml" Id="R8ab7d689a22842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42642b41d84927" /><Relationship Type="http://schemas.openxmlformats.org/officeDocument/2006/relationships/notesMaster" Target="/ppt/notesMasters/notesMaster1.xml" Id="R3c00ba6b43a841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a8284d45d7483c" /><Relationship Type="http://schemas.openxmlformats.org/officeDocument/2006/relationships/notesMaster" Target="/ppt/notesMasters/notesMaster1.xml" Id="R3200904fd4ce47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dab74a0c7645b3" /><Relationship Type="http://schemas.openxmlformats.org/officeDocument/2006/relationships/notesMaster" Target="/ppt/notesMasters/notesMaster1.xml" Id="R2a2f61c2305b48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becf3c34d748f5" /><Relationship Type="http://schemas.openxmlformats.org/officeDocument/2006/relationships/notesMaster" Target="/ppt/notesMasters/notesMaster1.xml" Id="Rcd40efdc5b2a48b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24432f784248f9" /><Relationship Type="http://schemas.openxmlformats.org/officeDocument/2006/relationships/notesMaster" Target="/ppt/notesMasters/notesMaster1.xml" Id="Racc463d9828b4cd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c7022cbb2a44fe" /><Relationship Type="http://schemas.openxmlformats.org/officeDocument/2006/relationships/notesMaster" Target="/ppt/notesMasters/notesMaster1.xml" Id="R45f3bf17fd9747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b8cb9c6d7134f4d" /><Relationship Type="http://schemas.openxmlformats.org/officeDocument/2006/relationships/notesMaster" Target="/ppt/notesMasters/notesMaster1.xml" Id="R07e6b3a0260a4ee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9364888c54401c" /><Relationship Type="http://schemas.openxmlformats.org/officeDocument/2006/relationships/notesMaster" Target="/ppt/notesMasters/notesMaster1.xml" Id="R366d3eeb2f8849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0d61dcc8b894fd1" /><Relationship Type="http://schemas.openxmlformats.org/officeDocument/2006/relationships/notesMaster" Target="/ppt/notesMasters/notesMaster1.xml" Id="R699806637357442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072de23d6164e68" /><Relationship Type="http://schemas.openxmlformats.org/officeDocument/2006/relationships/notesMaster" Target="/ppt/notesMasters/notesMaster1.xml" Id="R0673c00038054b2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f44568b3b804338" /><Relationship Type="http://schemas.openxmlformats.org/officeDocument/2006/relationships/notesMaster" Target="/ppt/notesMasters/notesMaster1.xml" Id="R1771cc69d1f54f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函数的概念。配套可编辑文件：函数的概念.tex。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我们已经认识的函数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正方形的边长为 $x$，周长为 $l$，则</a:t>
            </a:r>
          </a:p>
          <a:p xmlns:a="http://schemas.openxmlformats.org/drawingml/2006/main">
            <a:r>
              <a:t>\[l=4x,\qquad x&gt;0.\]</a:t>
            </a:r>
          </a:p>
          <a:p xmlns:a="http://schemas.openxmlformats.org/drawingml/2006/main">
            <a:r>
              <a:t>\bigskip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给定边长 $x=2$，周长能有几个值？</a:t>
            </a:r>
          </a:p>
          <a:p xmlns:a="http://schemas.openxmlformats.org/drawingml/2006/main">
            <a:r>
              <a:t>\item 它与 $y=4x\ (x\in\R)$ 是同一个函数吗？</a:t>
            </a:r>
          </a:p>
          <a:p xmlns:a="http://schemas.openxmlformats.org/drawingml/2006/main">
            <a:r>
              <a:t>\item $y=x$ 与 $y=\dfrac{x^2}{x}$ 是同一个函数吗？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\src{教材第60页章引言改编。后两个问题留待本课结束回答。}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实例一：列车行程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某列车以 $350\,\mathrm{km/h}$ 匀速运行半小时。\par</a:t>
            </a:r>
          </a:p>
          <a:p xmlns:a="http://schemas.openxmlformats.org/drawingml/2006/main">
            <a:r>
              <a:t>从这段匀速运行开始计时，路程为 $S\,\mathrm{km}$，时间为 $t\,\mathrm h$。</a:t>
            </a:r>
          </a:p>
          <a:p xmlns:a="http://schemas.openxmlformats.org/drawingml/2006/main">
            <a:r>
              <a:t>\[S=350t.\]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$t$ 可以取哪些值？$S$ 可以取哪些值？</a:t>
            </a:r>
          </a:p>
          <a:p xmlns:a="http://schemas.openxmlformats.org/drawingml/2006/main">
            <a:r>
              <a:t>\item 当 $t=0.2$ 时，$S$ 是多少？能否有两个结果？</a:t>
            </a:r>
          </a:p>
          <a:p xmlns:a="http://schemas.openxmlformats.org/drawingml/2006/main">
            <a:r>
              <a:t>\item 能否据此断定这段计时开始后 $1\,\mathrm h$ 行驶 $350\,\mathrm{km}$？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\src{教材第60页问题1，措辞略作压缩。}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列车实例中的集合与对应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\[A=[0,0.5],\qquad B=[0,175],\qquad S=350t.\]</a:t>
            </a:r>
          </a:p>
          <a:p xmlns:a="http://schemas.openxmlformats.org/drawingml/2006/main">
            <a:r>
              <a:t>\bigskip</a:t>
            </a:r>
          </a:p>
          <a:p xmlns:a="http://schemas.openxmlformats.org/drawingml/2006/main">
            <a:r>
              <a:t>当 $t=0.2$ 时，$S=70$，结果唯一。\par\medskip</a:t>
            </a:r>
          </a:p>
          <a:p xmlns:a="http://schemas.openxmlformats.org/drawingml/2006/main">
            <a:r>
              <a:t>$1\notin A$，半小时后的运动情况未知，不能由这个模型判断。</a:t>
            </a:r>
          </a:p>
          <a:p xmlns:a="http://schemas.openxmlformats.org/drawingml/2006/main">
            <a:r>
              <a:t>\key{先确定输入的范围，再按照对应关系寻找输出。\par</a:t>
            </a:r>
          </a:p>
          <a:p xmlns:a="http://schemas.openxmlformats.org/drawingml/2006/main">
            <a:r>
              <a:t>对于 $A$ 中每一个 $t$，在 $B$ 中都有唯一确定的 $S$。}</a:t>
            </a:r>
          </a:p>
          <a:p xmlns:a="http://schemas.openxmlformats.org/drawingml/2006/main">
            <a:r>
              <a:t>\src{教材第60页。区间包含起点和终点。}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实例二：工作天数与工资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某公司按每天 $350$ 元支付工资，每周工作至少 $1$ 天、至多 $6$ 天，工作天数按整数计。</a:t>
            </a:r>
          </a:p>
          <a:p xmlns:a="http://schemas.openxmlformats.org/drawingml/2006/main">
            <a:r>
              <a:t>\[w=350d.\]</a:t>
            </a:r>
          </a:p>
          <a:p xmlns:a="http://schemas.openxmlformats.org/drawingml/2006/main">
            <a:r>
              <a:t>\begin{center}</a:t>
            </a:r>
          </a:p>
          <a:p xmlns:a="http://schemas.openxmlformats.org/drawingml/2006/main">
            <a:r>
              <a:t>\begin{tabular}{c|rrrrrr}</a:t>
            </a:r>
          </a:p>
          <a:p xmlns:a="http://schemas.openxmlformats.org/drawingml/2006/main">
            <a:r>
              <a:t>$d$（天）&amp;1&amp;2&amp;3&amp;4&amp;5&amp;6\\\hline</a:t>
            </a:r>
          </a:p>
          <a:p xmlns:a="http://schemas.openxmlformats.org/drawingml/2006/main">
            <a:r>
              <a:t>$w$（元）&amp;350&amp;700&amp;1050&amp;1400&amp;1750&amp;2100</a:t>
            </a:r>
          </a:p>
          <a:p xmlns:a="http://schemas.openxmlformats.org/drawingml/2006/main">
            <a:r>
              <a:t>\end{tabular}</a:t>
            </a:r>
          </a:p>
          <a:p xmlns:a="http://schemas.openxmlformats.org/drawingml/2006/main">
            <a:r>
              <a:t>\end{center}</a:t>
            </a:r>
          </a:p>
          <a:p xmlns:a="http://schemas.openxmlformats.org/drawingml/2006/main">
            <a:r>
              <a:t>\medskip</a:t>
            </a:r>
          </a:p>
          <a:p xmlns:a="http://schemas.openxmlformats.org/drawingml/2006/main">
            <a:r>
              <a:t>思考：$d$ 能否取 $0.2$？能否取 $7$？\par\medskip</a:t>
            </a:r>
          </a:p>
          <a:p xmlns:a="http://schemas.openxmlformats.org/drawingml/2006/main">
            <a:r>
              <a:t>列车与工资都出现“乘以 $350$”，它们是同一个函数吗？</a:t>
            </a:r>
          </a:p>
          <a:p xmlns:a="http://schemas.openxmlformats.org/drawingml/2006/main">
            <a:r>
              <a:t>\src{教材第61页问题2改编，明确按整数天数计。}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相同的式子，不同的输入范围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\begin{align*}</a:t>
            </a:r>
          </a:p>
          <a:p xmlns:a="http://schemas.openxmlformats.org/drawingml/2006/main">
            <a:r>
              <a:t>\text{列车：}\quad&amp;A_1=[0,0.5],&amp;S&amp;=350t,\\[8pt]</a:t>
            </a:r>
          </a:p>
          <a:p xmlns:a="http://schemas.openxmlformats.org/drawingml/2006/main">
            <a:r>
              <a:t>\text{工资：}\quad&amp;A_2=\{1,2,3,4,5,6\},&amp;w&amp;=350d.</a:t>
            </a:r>
          </a:p>
          <a:p xmlns:a="http://schemas.openxmlformats.org/drawingml/2006/main">
            <a:r>
              <a:t>\end{align*}</a:t>
            </a:r>
          </a:p>
          <a:p xmlns:a="http://schemas.openxmlformats.org/drawingml/2006/main">
            <a:r>
              <a:t>\bigskip</a:t>
            </a:r>
          </a:p>
          <a:p xmlns:a="http://schemas.openxmlformats.org/drawingml/2006/main">
            <a:r>
              <a:t>输入范围不同，这两个函数不同。\par\medskip</a:t>
            </a:r>
          </a:p>
          <a:p xmlns:a="http://schemas.openxmlformats.org/drawingml/2006/main">
            <a:r>
              <a:t>工资的实际输出是 $\{350,700,1050,1400,1750,2100\}$。</a:t>
            </a:r>
          </a:p>
          <a:p xmlns:a="http://schemas.openxmlformats.org/drawingml/2006/main">
            <a:r>
              <a:t>\key{描述函数时，只有一个式子还不够。}</a:t>
            </a:r>
          </a:p>
          <a:p xmlns:a="http://schemas.openxmlformats.org/drawingml/2006/main">
            <a:r>
              <a:t>\src{教材第60—61页实例对比。}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实例三：图像也能给出对应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\begin{columns}[T]</a:t>
            </a:r>
          </a:p>
          <a:p xmlns:a="http://schemas.openxmlformats.org/drawingml/2006/main">
            <a:r>
              <a:t>\begin{column}{.63\textwidth}</a:t>
            </a:r>
          </a:p>
          <a:p xmlns:a="http://schemas.openxmlformats.org/drawingml/2006/main">
            <a:r>
              <a:t>\includegraphics[trim=400bp 1600bp 430bp 1510bp,clip,width=\linewidth]{assets/教材第61页.jpg}</a:t>
            </a:r>
          </a:p>
          <a:p xmlns:a="http://schemas.openxmlformats.org/drawingml/2006/main">
            <a:r>
              <a:t>\end{column}</a:t>
            </a:r>
          </a:p>
          <a:p xmlns:a="http://schemas.openxmlformats.org/drawingml/2006/main">
            <a:r>
              <a:t>\begin{column}{.34\textwidth}</a:t>
            </a:r>
          </a:p>
          <a:p xmlns:a="http://schemas.openxmlformats.org/drawingml/2006/main">
            <a:r>
              <a:t>这是教材给出的某日空气质量指数图。\par\medskip</a:t>
            </a:r>
          </a:p>
          <a:p xmlns:a="http://schemas.openxmlformats.org/drawingml/2006/main">
            <a:r>
              <a:t>固定时刻 $t$，沿竖直方向找到曲线上的点，再读纵坐标。\par\medskip</a:t>
            </a:r>
          </a:p>
          <a:p xmlns:a="http://schemas.openxmlformats.org/drawingml/2006/main">
            <a:r>
              <a:t>同一时刻会读到两个不同的指数吗？</a:t>
            </a:r>
          </a:p>
          <a:p xmlns:a="http://schemas.openxmlformats.org/drawingml/2006/main">
            <a:r>
              <a:t>\end{column}</a:t>
            </a:r>
          </a:p>
          <a:p xmlns:a="http://schemas.openxmlformats.org/drawingml/2006/main">
            <a:r>
              <a:t>\end{columns}</a:t>
            </a:r>
          </a:p>
          <a:p xmlns:a="http://schemas.openxmlformats.org/drawingml/2006/main">
            <a:r>
              <a:t>\key{即使没有解析式，图像也能确定输入与输出的对应。}</a:t>
            </a:r>
          </a:p>
          <a:p xmlns:a="http://schemas.openxmlformats.org/drawingml/2006/main">
            <a:r>
              <a:t>\src{教材第61页图3.1-1原图局部。只作定性读图，不把估读值当作精确数据。}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实例四：表格也能给出对应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教材列出某省城镇居民恩格尔系数：</a:t>
            </a:r>
          </a:p>
          <a:p xmlns:a="http://schemas.openxmlformats.org/drawingml/2006/main">
            <a:r>
              <a:t>\begin{center}\small</a:t>
            </a:r>
          </a:p>
          <a:p xmlns:a="http://schemas.openxmlformats.org/drawingml/2006/main">
            <a:r>
              <a:t>\begin{tabular}{c|rrrrr}</a:t>
            </a:r>
          </a:p>
          <a:p xmlns:a="http://schemas.openxmlformats.org/drawingml/2006/main">
            <a:r>
              <a:t>年份&amp;2006&amp;2007&amp;2008&amp;2009&amp;2010\\\hline</a:t>
            </a:r>
          </a:p>
          <a:p xmlns:a="http://schemas.openxmlformats.org/drawingml/2006/main">
            <a:r>
              <a:t>系数（\%）&amp;36.69&amp;36.81&amp;38.17&amp;35.69&amp;35.15\\\midrule</a:t>
            </a:r>
          </a:p>
          <a:p xmlns:a="http://schemas.openxmlformats.org/drawingml/2006/main">
            <a:r>
              <a:t>年份&amp;2011&amp;2012&amp;2013&amp;2014&amp;2015\\\hline</a:t>
            </a:r>
          </a:p>
          <a:p xmlns:a="http://schemas.openxmlformats.org/drawingml/2006/main">
            <a:r>
              <a:t>系数（\%）&amp;33.53&amp;33.87&amp;29.89&amp;29.35&amp;28.57</a:t>
            </a:r>
          </a:p>
          <a:p xmlns:a="http://schemas.openxmlformats.org/drawingml/2006/main">
            <a:r>
              <a:t>\end{tabular}\end{center}</a:t>
            </a:r>
          </a:p>
          <a:p xmlns:a="http://schemas.openxmlformats.org/drawingml/2006/main">
            <a:r>
              <a:t>\medskip</a:t>
            </a:r>
          </a:p>
          <a:p xmlns:a="http://schemas.openxmlformats.org/drawingml/2006/main">
            <a:r>
              <a:t>（1）2013 年对应的系数是多少？\par</a:t>
            </a:r>
          </a:p>
          <a:p xmlns:a="http://schemas.openxmlformats.org/drawingml/2006/main">
            <a:r>
              <a:t>（2）只根据此表，能确定 2016 年的系数吗？\par</a:t>
            </a:r>
          </a:p>
          <a:p xmlns:a="http://schemas.openxmlformats.org/drawingml/2006/main">
            <a:r>
              <a:t>（3）表中的每一个年份，是否都有唯一确定的系数？</a:t>
            </a:r>
          </a:p>
          <a:p xmlns:a="http://schemas.openxmlformats.org/drawingml/2006/main">
            <a:r>
              <a:t>\src{教材第62页表3.1-1。29.89\%=0.2989，注意百分数与小数的区别。}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四个实例的共同特征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\begin{center}\small</a:t>
            </a:r>
          </a:p>
          <a:p xmlns:a="http://schemas.openxmlformats.org/drawingml/2006/main">
            <a:r>
              <a:t>\begin{tabular}{lll}</a:t>
            </a:r>
          </a:p>
          <a:p xmlns:a="http://schemas.openxmlformats.org/drawingml/2006/main">
            <a:r>
              <a:t>\toprule</a:t>
            </a:r>
          </a:p>
          <a:p xmlns:a="http://schemas.openxmlformats.org/drawingml/2006/main">
            <a:r>
              <a:t>实例&amp;输入&amp;对应关系的呈现\\\midrule</a:t>
            </a:r>
          </a:p>
          <a:p xmlns:a="http://schemas.openxmlformats.org/drawingml/2006/main">
            <a:r>
              <a:t>列车行程&amp;$t\in[0,0.5]$&amp;解析式 $S=350t$\\</a:t>
            </a:r>
          </a:p>
          <a:p xmlns:a="http://schemas.openxmlformats.org/drawingml/2006/main">
            <a:r>
              <a:t>工作工资&amp;$d\in\{1,2,3,4,5,6\}$&amp;解析式或表格\\</a:t>
            </a:r>
          </a:p>
          <a:p xmlns:a="http://schemas.openxmlformats.org/drawingml/2006/main">
            <a:r>
              <a:t>空气质量&amp;$t\in[0,24]$&amp;图像\\</a:t>
            </a:r>
          </a:p>
          <a:p xmlns:a="http://schemas.openxmlformats.org/drawingml/2006/main">
            <a:r>
              <a:t>恩格尔系数&amp;表中十个年份&amp;表格\\\bottomrule</a:t>
            </a:r>
          </a:p>
          <a:p xmlns:a="http://schemas.openxmlformats.org/drawingml/2006/main">
            <a:r>
              <a:t>\end{tabular}</a:t>
            </a:r>
          </a:p>
          <a:p xmlns:a="http://schemas.openxmlformats.org/drawingml/2006/main">
            <a:r>
              <a:t>\end{center}</a:t>
            </a:r>
          </a:p>
          <a:p xmlns:a="http://schemas.openxmlformats.org/drawingml/2006/main">
            <a:r>
              <a:t>\key{都有两个非空的实数集和一个确定的对应关系。\par</a:t>
            </a:r>
          </a:p>
          <a:p xmlns:a="http://schemas.openxmlformats.org/drawingml/2006/main">
            <a:r>
              <a:t>对输入集合中的任意一个数，输出集合中都有唯一确定的数与它对应。}</a:t>
            </a:r>
          </a:p>
          <a:p xmlns:a="http://schemas.openxmlformats.org/drawingml/2006/main">
            <a:r>
              <a:t>\src{教材第60—62页归纳。}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函数的定义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设 $A,B$ 是\alert{非空的实数集}。如果对于集合 $A$ 中的\alert{任意一个}数 $x$，按照某种确定的对应关系 $f$，在集合 $B$ 中都有\alert{唯一确定}的数 $y$ 和它对应，\par\medskip</a:t>
            </a:r>
          </a:p>
          <a:p xmlns:a="http://schemas.openxmlformats.org/drawingml/2006/main">
            <a:r>
              <a:t>那么称 $f:A\to B$ 为从集合 $A$ 到集合 $B$ 的一个函数，记作</a:t>
            </a:r>
          </a:p>
          <a:p xmlns:a="http://schemas.openxmlformats.org/drawingml/2006/main">
            <a:r>
              <a:t>\[\boxed{y=f(x),\quad x\in A.}\]</a:t>
            </a:r>
          </a:p>
          <a:p xmlns:a="http://schemas.openxmlformats.org/drawingml/2006/main">
            <a:r>
              <a:t>\medskip</a:t>
            </a:r>
          </a:p>
          <a:p xmlns:a="http://schemas.openxmlformats.org/drawingml/2006/main">
            <a:r>
              <a:t>“任意一个”：$A$ 中的输入不能遗漏。\par</a:t>
            </a:r>
          </a:p>
          <a:p xmlns:a="http://schemas.openxmlformats.org/drawingml/2006/main">
            <a:r>
              <a:t>“唯一确定”：同一输入不能对应两个不同的输出。</a:t>
            </a:r>
          </a:p>
          <a:p xmlns:a="http://schemas.openxmlformats.org/drawingml/2006/main">
            <a:r>
              <a:t>\src{教材第62页函数定义。$f(x)$ 表示函数值，不是 $f$ 与 $x$ 相乘。}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定义域、函数值与值域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取 $A=\{-1,0,1\}$，$B=\{0,1,2\}$，$f(x)=x^2$。</a:t>
            </a:r>
          </a:p>
          <a:p xmlns:a="http://schemas.openxmlformats.org/drawingml/2006/main">
            <a:r>
              <a:t>\[f(-1)=1,\qquad f(0)=0,\qquad f(1)=1.\]</a:t>
            </a:r>
          </a:p>
          <a:p xmlns:a="http://schemas.openxmlformats.org/drawingml/2006/main">
            <a:r>
              <a:t>\begin{itemize}</a:t>
            </a:r>
          </a:p>
          <a:p xmlns:a="http://schemas.openxmlformats.org/drawingml/2006/main">
            <a:r>
              <a:t>\item 定义域：允许输入的全部数，$A=\{-1,0,1\}$。</a:t>
            </a:r>
          </a:p>
          <a:p xmlns:a="http://schemas.openxmlformats.org/drawingml/2006/main">
            <a:r>
              <a:t>\item 函数值：某个输入对应的输出，例如 $f(-1)=1$。</a:t>
            </a:r>
          </a:p>
          <a:p xmlns:a="http://schemas.openxmlformats.org/drawingml/2006/main">
            <a:r>
              <a:t>\item 值域：实际输出的全部数，$\{0,1\}$。</a:t>
            </a:r>
          </a:p>
          <a:p xmlns:a="http://schemas.openxmlformats.org/drawingml/2006/main">
            <a:r>
              <a:t>\end{itemize}</a:t>
            </a:r>
          </a:p>
          <a:p xmlns:a="http://schemas.openxmlformats.org/drawingml/2006/main">
            <a:r>
              <a:t>\key{值域 $\{f(x)\mid x\in A\}\subseteq B$，不一定等于 $B$。\par</a:t>
            </a:r>
          </a:p>
          <a:p xmlns:a="http://schemas.openxmlformats.org/drawingml/2006/main">
            <a:r>
              <a:t>不同的输入可以有相同的输出。}</a:t>
            </a:r>
          </a:p>
          <a:p xmlns:a="http://schemas.openxmlformats.org/drawingml/2006/main">
            <a:r>
              <a:t>\src{依据教材定义自编。}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概念辨析：这些说法对吗？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一个函数必须有解析式。</a:t>
            </a:r>
          </a:p>
          <a:p xmlns:a="http://schemas.openxmlformats.org/drawingml/2006/main">
            <a:r>
              <a:t>\item 不同的 $x$ 必须对应不同的 $y$。</a:t>
            </a:r>
          </a:p>
          <a:p xmlns:a="http://schemas.openxmlformats.org/drawingml/2006/main">
            <a:r>
              <a:t>\item 集合 $B$ 中每一个数都必须被对应到。</a:t>
            </a:r>
          </a:p>
          <a:p xmlns:a="http://schemas.openxmlformats.org/drawingml/2006/main">
            <a:r>
              <a:t>\item $y=0\ (x\in\R)$ 也是函数。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\bigskip</a:t>
            </a:r>
          </a:p>
          <a:p xmlns:a="http://schemas.openxmlformats.org/drawingml/2006/main">
            <a:r>
              <a:t>请用刚才的实例或一个反例说明理由。</a:t>
            </a:r>
          </a:p>
          <a:p xmlns:a="http://schemas.openxmlformats.org/drawingml/2006/main">
            <a:r>
              <a:t>\src{依据函数定义自编。}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概念辨析：理由比结论更重要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错。图像、表格也可以确定对应关系。</a:t>
            </a:r>
          </a:p>
          <a:p xmlns:a="http://schemas.openxmlformats.org/drawingml/2006/main">
            <a:r>
              <a:t>\item 错。$f(x)=x^2$ 中，$f(-1)=f(1)=1$。</a:t>
            </a:r>
          </a:p>
          <a:p xmlns:a="http://schemas.openxmlformats.org/drawingml/2006/main">
            <a:r>
              <a:t>\item 错。上例中 $2\in B$，但没有输入对应到 $2$。</a:t>
            </a:r>
          </a:p>
          <a:p xmlns:a="http://schemas.openxmlformats.org/drawingml/2006/main">
            <a:r>
              <a:t>\item 对。每一个实数 $x$ 都对应唯一的 $0$。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\key{允许“多对一”，也允许常函数。\par</a:t>
            </a:r>
          </a:p>
          <a:p xmlns:a="http://schemas.openxmlformats.org/drawingml/2006/main">
            <a:r>
              <a:t>判断的出发点始终是定义域中的每一个输入。}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练习一：是否构成函数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判断下列对应是否为从集合 $A$ 到集合 $B$ 的函数，并说明理由。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$A=\R,\ B=\{y\mid y&gt;0\},\quad x\mapsto |x|$。</a:t>
            </a:r>
          </a:p>
          <a:p xmlns:a="http://schemas.openxmlformats.org/drawingml/2006/main">
            <a:r>
              <a:t>\item $A=\Z,\ B=\Z,\quad x\mapsto x^2$。</a:t>
            </a:r>
          </a:p>
          <a:p xmlns:a="http://schemas.openxmlformats.org/drawingml/2006/main">
            <a:r>
              <a:t>\item $A=\Z,\ B=\Z,\quad x\mapsto \sqrt{x}$。</a:t>
            </a:r>
          </a:p>
          <a:p xmlns:a="http://schemas.openxmlformats.org/drawingml/2006/main">
            <a:r>
              <a:t>\item $A=[-1,1],\ B=\{0\},\quad x\mapsto 0$。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\src{《三维设计》必修第一册第31页典例1。}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练习一：逐个检查输入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不是。$0\in A$，但 $|0|=0\notin B$。</a:t>
            </a:r>
          </a:p>
          <a:p xmlns:a="http://schemas.openxmlformats.org/drawingml/2006/main">
            <a:r>
              <a:t>\item 是。任意整数的平方仍是唯一确定的整数。</a:t>
            </a:r>
          </a:p>
          <a:p xmlns:a="http://schemas.openxmlformats.org/drawingml/2006/main">
            <a:r>
              <a:t>\item 不是。$-1\in A$，却没有实数平方根。\par</a:t>
            </a:r>
          </a:p>
          <a:p xmlns:a="http://schemas.openxmlformats.org/drawingml/2006/main">
            <a:r>
              <a:t>即使取 $x=2$，$\sqrt2$ 也不属于 $B=\Z$。</a:t>
            </a:r>
          </a:p>
          <a:p xmlns:a="http://schemas.openxmlformats.org/drawingml/2006/main">
            <a:r>
              <a:t>\item 是。每一个 $x\in[-1,1]$ 都对应唯一的 $0$。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\key{每个输入都有输出，输出属于 $B$，而且输出唯一。}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练习二：式子背后的定义域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求下列函数的定义域。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$f(x)=3-\dfrac12x$。</a:t>
            </a:r>
          </a:p>
          <a:p xmlns:a="http://schemas.openxmlformats.org/drawingml/2006/main">
            <a:r>
              <a:t>\item $f(x)=\dfrac{(x+1)^0}{\sqrt{x+2}}$。</a:t>
            </a:r>
          </a:p>
          <a:p xmlns:a="http://schemas.openxmlformats.org/drawingml/2006/main">
            <a:r>
              <a:t>\item $f(x)=\dfrac{\sqrt{5-x}}{|x|-3}$。</a:t>
            </a:r>
          </a:p>
          <a:p xmlns:a="http://schemas.openxmlformats.org/drawingml/2006/main">
            <a:r>
              <a:t>\item $f(x)=\dfrac{\sqrt{x+1}}{\sqrt{-x^2-3x+4}}$。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\src{《三维设计》第31页典例2。按高中实数运算约定，零次幂的底数不能为0。}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练习二：前两题解析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（1）一次式对任意实数都有意义，定义域为 $\R$。\par\bigskip</a:t>
            </a:r>
          </a:p>
          <a:p xmlns:a="http://schemas.openxmlformats.org/drawingml/2006/main">
            <a:r>
              <a:t>（2）各部分必须同时有意义：</a:t>
            </a:r>
          </a:p>
          <a:p xmlns:a="http://schemas.openxmlformats.org/drawingml/2006/main">
            <a:r>
              <a:t>\[\begin{cases}x+1\ne0,\\x+2&gt;0.\end{cases}\]</a:t>
            </a:r>
          </a:p>
          <a:p xmlns:a="http://schemas.openxmlformats.org/drawingml/2006/main">
            <a:r>
              <a:t>因此 $x&gt;-2$ 且 $x\ne-1$，定义域为</a:t>
            </a:r>
          </a:p>
          <a:p xmlns:a="http://schemas.openxmlformats.org/drawingml/2006/main">
            <a:r>
              <a:t>\[\boxed{(-2,-1)\cup(-1,+\infty).}\]</a:t>
            </a:r>
          </a:p>
          <a:p xmlns:a="http://schemas.openxmlformats.org/drawingml/2006/main">
            <a:r>
              <a:t>\key{根式在分母上，要求被开方数严格大于 $0$。\par</a:t>
            </a:r>
          </a:p>
          <a:p xmlns:a="http://schemas.openxmlformats.org/drawingml/2006/main">
            <a:r>
              <a:t>$(x+1)^0$ 化为 $1$ 前，必须保留 $x\ne-1$。}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练习二：后两题解析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（3）$5-x\ge0$ 且 $|x|-3\ne0$，所以</a:t>
            </a:r>
          </a:p>
          <a:p xmlns:a="http://schemas.openxmlformats.org/drawingml/2006/main">
            <a:r>
              <a:t>\[\boxed{(-\infty,-3)\cup(-3,3)\cup(3,5].}\]</a:t>
            </a:r>
          </a:p>
          <a:p xmlns:a="http://schemas.openxmlformats.org/drawingml/2006/main">
            <a:r>
              <a:t>（4）$x+1\ge0$ 且 $-x^2-3x+4&gt;0$。</a:t>
            </a:r>
          </a:p>
          <a:p xmlns:a="http://schemas.openxmlformats.org/drawingml/2006/main">
            <a:r>
              <a:t>\[-x^2-3x+4=(1-x)(x+4)&gt;0\ \Longleftrightarrow\ -4&lt;x&lt;1.\]</a:t>
            </a:r>
          </a:p>
          <a:p xmlns:a="http://schemas.openxmlformats.org/drawingml/2006/main">
            <a:r>
              <a:t>与 $x\ge-1$ 取交集，定义域为</a:t>
            </a:r>
          </a:p>
          <a:p xmlns:a="http://schemas.openxmlformats.org/drawingml/2006/main">
            <a:r>
              <a:t>\[\boxed{[-1,1).}\]</a:t>
            </a:r>
          </a:p>
          <a:p xmlns:a="http://schemas.openxmlformats.org/drawingml/2006/main">
            <a:r>
              <a:t>\src{端点检查：第（3）题可取5，第（4）题可取-1，但不能取1。}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练习三：函数值的计算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已知</a:t>
            </a:r>
          </a:p>
          <a:p xmlns:a="http://schemas.openxmlformats.org/drawingml/2006/main">
            <a:r>
              <a:t>\[f(x)=\frac1{1+x}\quad(x\ne-1),\qquad g(x)=x^2+2\quad(x\in\R).\]</a:t>
            </a:r>
          </a:p>
          <a:p xmlns:a="http://schemas.openxmlformats.org/drawingml/2006/main">
            <a:r>
              <a:t>（1）求 $f(2)$、$g(2)$。\par</a:t>
            </a:r>
          </a:p>
          <a:p xmlns:a="http://schemas.openxmlformats.org/drawingml/2006/main">
            <a:r>
              <a:t>（2）求 $f(g(2))$。\par</a:t>
            </a:r>
          </a:p>
          <a:p xmlns:a="http://schemas.openxmlformats.org/drawingml/2006/main">
            <a:r>
              <a:t>（3）$f(g(2))$ 与 $f(2)g(2)$ 相等吗？</a:t>
            </a:r>
          </a:p>
          <a:p xmlns:a="http://schemas.openxmlformats.org/drawingml/2006/main">
            <a:r>
              <a:t>\src{《三维设计》第32页典例3，第（3）问为自编追问。}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练习三：把整个输入代入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\[f(2)=\frac13,\qquad g(2)=2^2+2=6.\]</a:t>
            </a:r>
          </a:p>
          <a:p xmlns:a="http://schemas.openxmlformats.org/drawingml/2006/main">
            <a:r>
              <a:t>先求里面的 $g(2)$，再将结果作为 $f$ 的输入：</a:t>
            </a:r>
          </a:p>
          <a:p xmlns:a="http://schemas.openxmlformats.org/drawingml/2006/main">
            <a:r>
              <a:t>\[f(g(2))=f(6)=\boxed{\frac17}.\]</a:t>
            </a:r>
          </a:p>
          <a:p xmlns:a="http://schemas.openxmlformats.org/drawingml/2006/main">
            <a:r>
              <a:t>而</a:t>
            </a:r>
          </a:p>
          <a:p xmlns:a="http://schemas.openxmlformats.org/drawingml/2006/main">
            <a:r>
              <a:t>\[f(2)g(2)=\frac13\times6=2.\]</a:t>
            </a:r>
          </a:p>
          <a:p xmlns:a="http://schemas.openxmlformats.org/drawingml/2006/main">
            <a:r>
              <a:t>\key{$f(g(2))$ 表示把 $g(2)$ 代入 $f$，不是两个函数值相乘。}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练习四：同一个函数吗？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未单独给出定义域时，取使解析式有意义的实数全体。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$f(x)=x,\qquad g(x)=\dfrac{x^2}{x}$。</a:t>
            </a:r>
          </a:p>
          <a:p xmlns:a="http://schemas.openxmlformats.org/drawingml/2006/main">
            <a:r>
              <a:t>\item $f(x)=\sqrt{x^2},\qquad g(x)=x$。</a:t>
            </a:r>
          </a:p>
          <a:p xmlns:a="http://schemas.openxmlformats.org/drawingml/2006/main">
            <a:r>
              <a:t>\item $f(x)=\sqrt{1+x}\sqrt{1-x},\quad g(x)=\sqrt{1-x^2}$。</a:t>
            </a:r>
          </a:p>
          <a:p xmlns:a="http://schemas.openxmlformats.org/drawingml/2006/main">
            <a:r>
              <a:t>\item $f(x)=\dfrac{x}{x},\qquad g(x)=x^0$。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\src{（1）教材第60页改编；（2）—（4）据《三维设计》第32页选编。}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练习四：先看定义域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\begin{enumerate}</a:t>
            </a:r>
          </a:p>
          <a:p xmlns:a="http://schemas.openxmlformats.org/drawingml/2006/main">
            <a:r>
              <a:t>\item 不同。定义域分别为 $\R$、$\R\setminus\{0\}$。</a:t>
            </a:r>
          </a:p>
          <a:p xmlns:a="http://schemas.openxmlformats.org/drawingml/2006/main">
            <a:r>
              <a:t>\item 不同。定义域都是 $\R$，但 $\sqrt{x^2}=|x|$。\par</a:t>
            </a:r>
          </a:p>
          <a:p xmlns:a="http://schemas.openxmlformats.org/drawingml/2006/main">
            <a:r>
              <a:t>例如 $x=-1$ 时，两个函数值分别为 $1$ 与 $-1$。</a:t>
            </a:r>
          </a:p>
          <a:p xmlns:a="http://schemas.openxmlformats.org/drawingml/2006/main">
            <a:r>
              <a:t>\item 相同。定义域都为 $[-1,1]$，且在此区间内\par</a:t>
            </a:r>
          </a:p>
          <a:p xmlns:a="http://schemas.openxmlformats.org/drawingml/2006/main">
            <a:r>
              <a:t>$\sqrt{1+x}\sqrt{1-x}=\sqrt{1-x^2}$。</a:t>
            </a:r>
          </a:p>
          <a:p xmlns:a="http://schemas.openxmlformats.org/drawingml/2006/main">
            <a:r>
              <a:t>\item 相同。定义域都为 $\R\setminus\{0\}$，函数值都为 $1$。</a:t>
            </a:r>
          </a:p>
          <a:p xmlns:a="http://schemas.openxmlformats.org/drawingml/2006/main">
            <a:r>
              <a:t>\end{enumerate}</a:t>
            </a:r>
          </a:p>
          <a:p xmlns:a="http://schemas.openxmlformats.org/drawingml/2006/main">
            <a:r>
              <a:t>\key{按本课高中教材口径：定义域相同，对应关系相同。}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回到开课时的问题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正方形周长 $l=4x\ (x&gt;0)$ 与 $y=4x\ (x\in\R)$：\par</a:t>
            </a:r>
          </a:p>
          <a:p xmlns:a="http://schemas.openxmlformats.org/drawingml/2006/main">
            <a:r>
              <a:t>\alert{不同}，因为定义域不同。\par\bigskip</a:t>
            </a:r>
          </a:p>
          <a:p xmlns:a="http://schemas.openxmlformats.org/drawingml/2006/main">
            <a:r>
              <a:t>$y=x$ 与 $y=\dfrac{x^2}{x}$：\par</a:t>
            </a:r>
          </a:p>
          <a:p xmlns:a="http://schemas.openxmlformats.org/drawingml/2006/main">
            <a:r>
              <a:t>\alert{不同}，约分不会把被排除的 $0$ 补回来。</a:t>
            </a:r>
          </a:p>
          <a:p xmlns:a="http://schemas.openxmlformats.org/drawingml/2006/main">
            <a:r>
              <a:t>\key{函数由定义域与对应关系确定。\par</a:t>
            </a:r>
          </a:p>
          <a:p xmlns:a="http://schemas.openxmlformats.org/drawingml/2006/main">
            <a:r>
              <a:t>值域由定义域和对应关系共同决定。}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课堂检测：独立完成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（1）$A=\{-1,0,1\}$，$B=\{0,1,2\}$，$f(x)=x^2$。\par</a:t>
            </a:r>
          </a:p>
          <a:p xmlns:a="http://schemas.openxmlformats.org/drawingml/2006/main">
            <a:r>
              <a:t>写出定义域、值域和 $f(-1)$。\par\medskip</a:t>
            </a:r>
          </a:p>
          <a:p xmlns:a="http://schemas.openxmlformats.org/drawingml/2006/main">
            <a:r>
              <a:t>（2）求 $h(x)=\dfrac1x+\sqrt{1-x}$ 的定义域。\par\medskip</a:t>
            </a:r>
          </a:p>
          <a:p xmlns:a="http://schemas.openxmlformats.org/drawingml/2006/main">
            <a:r>
              <a:t>（3）$p(x)=\dfrac{(x+3)(x-5)}{x+3}$ 与 $q(x)=x-5$\par</a:t>
            </a:r>
          </a:p>
          <a:p xmlns:a="http://schemas.openxmlformats.org/drawingml/2006/main">
            <a:r>
              <a:t>是否为同一个函数？说明理由。</a:t>
            </a:r>
          </a:p>
          <a:p xmlns:a="http://schemas.openxmlformats.org/drawingml/2006/main">
            <a:r>
              <a:t>\src{（1）自编；（2）（3）选自《三维设计》第32页对点练清。}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课堂检测：核对与订正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（1）定义域 $\{-1,0,1\}$，值域 $\{0,1\}$，$f(-1)=1$。\par\bigskip</a:t>
            </a:r>
          </a:p>
          <a:p xmlns:a="http://schemas.openxmlformats.org/drawingml/2006/main">
            <a:r>
              <a:t>（2）$x\ne0$ 且 $1-x\ge0$，所以定义域为</a:t>
            </a:r>
          </a:p>
          <a:p xmlns:a="http://schemas.openxmlformats.org/drawingml/2006/main">
            <a:r>
              <a:t>\[\boxed{(-\infty,0)\cup(0,1].}\]</a:t>
            </a:r>
          </a:p>
          <a:p xmlns:a="http://schemas.openxmlformats.org/drawingml/2006/main">
            <a:r>
              <a:t>（3）不同。$p$ 的定义域是 $\R\setminus\{-3\}$，\par</a:t>
            </a:r>
          </a:p>
          <a:p xmlns:a="http://schemas.openxmlformats.org/drawingml/2006/main">
            <a:r>
              <a:t>$q$ 的定义域是 $\R$。</a:t>
            </a:r>
          </a:p>
          <a:p xmlns:a="http://schemas.openxmlformats.org/drawingml/2006/main">
            <a:r>
              <a:t>\key{订正时写出漏掉的条件，不能只改最后的答案。}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本课小结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\begin{itemize}</a:t>
            </a:r>
          </a:p>
          <a:p xmlns:a="http://schemas.openxmlformats.org/drawingml/2006/main">
            <a:r>
              <a:t>\item 函数刻画两个非空实数集之间的确定对应。</a:t>
            </a:r>
          </a:p>
          <a:p xmlns:a="http://schemas.openxmlformats.org/drawingml/2006/main">
            <a:r>
              <a:t>\item 定义域中每个输入，都有唯一确定的输出。</a:t>
            </a:r>
          </a:p>
          <a:p xmlns:a="http://schemas.openxmlformats.org/drawingml/2006/main">
            <a:r>
              <a:t>\item 定义域是允许的全部输入，值域是实际的全部输出。</a:t>
            </a:r>
          </a:p>
          <a:p xmlns:a="http://schemas.openxmlformats.org/drawingml/2006/main">
            <a:r>
              <a:t>\item 判断相同函数，先比较定义域，再比较对应关系。</a:t>
            </a:r>
          </a:p>
          <a:p xmlns:a="http://schemas.openxmlformats.org/drawingml/2006/main">
            <a:r>
              <a:t>\end{itemize}</a:t>
            </a:r>
          </a:p>
          <a:p xmlns:a="http://schemas.openxmlformats.org/drawingml/2006/main">
            <a:r>
              <a:t>\bigskip</a:t>
            </a:r>
          </a:p>
          <a:p xmlns:a="http://schemas.openxmlformats.org/drawingml/2006/main">
            <a:r>
              <a:t>离堂表达：请用一句话解释“任意一个”和“唯一确定”，\par</a:t>
            </a:r>
          </a:p>
          <a:p xmlns:a="http://schemas.openxmlformats.org/drawingml/2006/main">
            <a:r>
              <a:t>并举出一个允许“多对一”的函数。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拓展练习：巩固与迁移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（1）求 $y=\dfrac{\sqrt{x+2}}{\sqrt{6-2x}-1}$ 的定义域。\par\medskip</a:t>
            </a:r>
          </a:p>
          <a:p xmlns:a="http://schemas.openxmlformats.org/drawingml/2006/main">
            <a:r>
              <a:t>（2）已知 $f(x)=x^3+2x+3$，求\par</a:t>
            </a:r>
          </a:p>
          <a:p xmlns:a="http://schemas.openxmlformats.org/drawingml/2006/main">
            <a:r>
              <a:t>\quad $f(1)$、$f(t)$、$f(2a-1)$、$f(f(-1))$。\par\medskip</a:t>
            </a:r>
          </a:p>
          <a:p xmlns:a="http://schemas.openxmlformats.org/drawingml/2006/main">
            <a:r>
              <a:t>（3）判断 $y=\sqrt{x+2}\sqrt{x-2}$ 与 $y=\sqrt{x^2-4}$\par</a:t>
            </a:r>
          </a:p>
          <a:p xmlns:a="http://schemas.openxmlformats.org/drawingml/2006/main">
            <a:r>
              <a:t>是否为同一个函数，说明理由。</a:t>
            </a:r>
          </a:p>
          <a:p xmlns:a="http://schemas.openxmlformats.org/drawingml/2006/main">
            <a:r>
              <a:t>\src{《三维设计》第32页对点练清第2、3题及典例4选项A。可作课后练习。}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拓展解析：分母有根式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对 $y=\dfrac{\sqrt{x+2}}{\sqrt{6-2x}-1}$，必须同时满足</a:t>
            </a:r>
          </a:p>
          <a:p xmlns:a="http://schemas.openxmlformats.org/drawingml/2006/main">
            <a:r>
              <a:t>\[\begin{cases}x+2\ge0,\\6-2x\ge0,\\\sqrt{6-2x}\ne1.\end{cases}\]</a:t>
            </a:r>
          </a:p>
          <a:p xmlns:a="http://schemas.openxmlformats.org/drawingml/2006/main">
            <a:r>
              <a:t>前两条给出 $-2\le x\le3$，第三条排除 $x=\dfrac52$。</a:t>
            </a:r>
          </a:p>
          <a:p xmlns:a="http://schemas.openxmlformats.org/drawingml/2006/main">
            <a:r>
              <a:t>\[\boxed{\left[-2,\frac52\right)\cup\left(\frac52,3\right].}\]</a:t>
            </a:r>
          </a:p>
          <a:p xmlns:a="http://schemas.openxmlformats.org/drawingml/2006/main">
            <a:r>
              <a:t>\key{$x=3$ 时分母是 $-1$，可以取到这个端点。}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拓展解析：代入与比较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可编辑正文（LaTeX）：</a:t>
            </a:r>
          </a:p>
          <a:p xmlns:a="http://schemas.openxmlformats.org/drawingml/2006/main">
            <a:r>
              <a:t>（2）逐次代入可得</a:t>
            </a:r>
          </a:p>
          <a:p xmlns:a="http://schemas.openxmlformats.org/drawingml/2006/main">
            <a:r>
              <a:t>\[f(1)=6,\qquad f(t)=t^3+2t+3,\]</a:t>
            </a:r>
          </a:p>
          <a:p xmlns:a="http://schemas.openxmlformats.org/drawingml/2006/main">
            <a:r>
              <a:t>\[f(2a-1)=(2a-1)^3+2(2a-1)+3=8a^3-12a^2+10a,\]</a:t>
            </a:r>
          </a:p>
          <a:p xmlns:a="http://schemas.openxmlformats.org/drawingml/2006/main">
            <a:r>
              <a:t>\[f(-1)=0,\qquad f(f(-1))=f(0)=3.\]</a:t>
            </a:r>
          </a:p>
          <a:p xmlns:a="http://schemas.openxmlformats.org/drawingml/2006/main">
            <a:r>
              <a:t>（3）第一个函数的定义域为 $[2,+\infty)$。\par</a:t>
            </a:r>
          </a:p>
          <a:p xmlns:a="http://schemas.openxmlformats.org/drawingml/2006/main">
            <a:r>
              <a:t>第二个函数的定义域为 $(-\infty,-2]\cup[2,+\infty)$。\par</a:t>
            </a:r>
          </a:p>
          <a:p xmlns:a="http://schemas.openxmlformats.org/drawingml/2006/main">
            <a:r>
              <a:t>定义域不同，所以不是同一个函数。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函数的概念。配套可编辑文件：函数的概念.tex。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d9a990ea04a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b93a0968247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5488217a14d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0ff3fe8604f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8ff6991e844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0d923bf64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F6259F-4D47-475E-8159-DCD94762B6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457183-0A60-461B-910E-0FAEA91311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2A411B-C747-4216-BA6A-5217CC2E8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411266-C33C-4CDF-81B2-33A758B12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59446D-70C5-424F-BEAE-44383A629C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030957-FB9E-4927-B7EA-7DF60B8E0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C53667-5DE4-4682-A7D3-5D7362EBC9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9A0DE4-C73D-433F-B7BC-1EF378DB4A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0DC41C-336F-4EC1-B52B-932D0CDAA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816CD1-3895-4500-A41E-EE219BCFE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07f387eb84cd2" /><Relationship Type="http://schemas.openxmlformats.org/officeDocument/2006/relationships/slideLayout" Target="/ppt/slideLayouts/slideLayout1.xml" Id="R2cbdbb7eeaae4011" /><Relationship Type="http://schemas.openxmlformats.org/officeDocument/2006/relationships/slideLayout" Target="/ppt/slideLayouts/slideLayout2.xml" Id="Rb1f12d05f15b4bd7" /><Relationship Type="http://schemas.openxmlformats.org/officeDocument/2006/relationships/slideLayout" Target="/ppt/slideLayouts/slideLayout3.xml" Id="Rb34cdc85c7ad44d1" /><Relationship Type="http://schemas.openxmlformats.org/officeDocument/2006/relationships/slideLayout" Target="/ppt/slideLayouts/slideLayout4.xml" Id="R2016a4e622924adf" /><Relationship Type="http://schemas.openxmlformats.org/officeDocument/2006/relationships/slideLayout" Target="/ppt/slideLayouts/slideLayout5.xml" Id="Rf97329431e9048c3" /><Relationship Type="http://schemas.openxmlformats.org/officeDocument/2006/relationships/slideLayout" Target="/ppt/slideLayouts/slideLayout6.xml" Id="Rb5e67afb5ab043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bdbb7eeaae4011"/>
    <p:sldLayoutId xmlns:r="http://schemas.openxmlformats.org/officeDocument/2006/relationships" id="2147483650" r:id="Rb1f12d05f15b4bd7"/>
    <p:sldLayoutId xmlns:r="http://schemas.openxmlformats.org/officeDocument/2006/relationships" id="2147483651" r:id="Rb34cdc85c7ad44d1"/>
    <p:sldLayoutId xmlns:r="http://schemas.openxmlformats.org/officeDocument/2006/relationships" id="2147483652" r:id="R2016a4e622924adf"/>
    <p:sldLayoutId xmlns:r="http://schemas.openxmlformats.org/officeDocument/2006/relationships" id="2147483653" r:id="Rf97329431e9048c3"/>
    <p:sldLayoutId xmlns:r="http://schemas.openxmlformats.org/officeDocument/2006/relationships" id="2147483654" r:id="Rb5e67afb5ab043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887ab96a94e29" /><Relationship Type="http://schemas.openxmlformats.org/officeDocument/2006/relationships/image" Target="/ppt/media/image.png" Id="R80aff5de8306481b" /><Relationship Type="http://schemas.openxmlformats.org/officeDocument/2006/relationships/notesSlide" Target="/ppt/notesSlides/notesSlide1.xml" Id="R092c46071b6a4a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f06a0c47fb458e" /><Relationship Type="http://schemas.openxmlformats.org/officeDocument/2006/relationships/image" Target="/ppt/media/image2.png" Id="Rf9a7f59cf34443e0" /><Relationship Type="http://schemas.openxmlformats.org/officeDocument/2006/relationships/notesSlide" Target="/ppt/notesSlides/notesSlide2.xml" Id="Ra6c3e6371f8c47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f8d52708f424d" /><Relationship Type="http://schemas.openxmlformats.org/officeDocument/2006/relationships/image" Target="/ppt/media/image3.png" Id="R160b1045c34d4ebc" /><Relationship Type="http://schemas.openxmlformats.org/officeDocument/2006/relationships/notesSlide" Target="/ppt/notesSlides/notesSlide3.xml" Id="R2498bfcedfbb4b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dd5201a6a446e" /><Relationship Type="http://schemas.openxmlformats.org/officeDocument/2006/relationships/image" Target="/ppt/media/image4.png" Id="R6c52778f41a348a2" /><Relationship Type="http://schemas.openxmlformats.org/officeDocument/2006/relationships/notesSlide" Target="/ppt/notesSlides/notesSlide4.xml" Id="R357d729150e442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1bc77dde0413f" /><Relationship Type="http://schemas.openxmlformats.org/officeDocument/2006/relationships/image" Target="/ppt/media/image5.png" Id="R63758a54d4844c50" /><Relationship Type="http://schemas.openxmlformats.org/officeDocument/2006/relationships/notesSlide" Target="/ppt/notesSlides/notesSlide5.xml" Id="R4b2892df72fb40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42f3567934cd2" /><Relationship Type="http://schemas.openxmlformats.org/officeDocument/2006/relationships/image" Target="/ppt/media/image6.png" Id="R8a7ed6115574416c" /><Relationship Type="http://schemas.openxmlformats.org/officeDocument/2006/relationships/notesSlide" Target="/ppt/notesSlides/notesSlide6.xml" Id="R668463bef30840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70b7e7c724c11" /><Relationship Type="http://schemas.openxmlformats.org/officeDocument/2006/relationships/image" Target="/ppt/media/image7.png" Id="R0fbe07d307564edc" /><Relationship Type="http://schemas.openxmlformats.org/officeDocument/2006/relationships/notesSlide" Target="/ppt/notesSlides/notesSlide7.xml" Id="R9d620e0c71a745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bee4a142e4a66" /><Relationship Type="http://schemas.openxmlformats.org/officeDocument/2006/relationships/image" Target="/ppt/media/image8.png" Id="Rd20cd05bc6fc4445" /><Relationship Type="http://schemas.openxmlformats.org/officeDocument/2006/relationships/notesSlide" Target="/ppt/notesSlides/notesSlide8.xml" Id="R22db15f582e442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2f4a216184ad7" /><Relationship Type="http://schemas.openxmlformats.org/officeDocument/2006/relationships/image" Target="/ppt/media/image9.png" Id="R6193099e27e54cb5" /><Relationship Type="http://schemas.openxmlformats.org/officeDocument/2006/relationships/notesSlide" Target="/ppt/notesSlides/notesSlide9.xml" Id="R58c3abc61c8545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33cf32e2f4ba2" /><Relationship Type="http://schemas.openxmlformats.org/officeDocument/2006/relationships/image" Target="/ppt/media/image10.png" Id="R59c327de270f4580" /><Relationship Type="http://schemas.openxmlformats.org/officeDocument/2006/relationships/notesSlide" Target="/ppt/notesSlides/notesSlide10.xml" Id="R5253d8bb2f364e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37e33dd894fe3" /><Relationship Type="http://schemas.openxmlformats.org/officeDocument/2006/relationships/image" Target="/ppt/media/image11.png" Id="Ra764214b9cab4ef9" /><Relationship Type="http://schemas.openxmlformats.org/officeDocument/2006/relationships/notesSlide" Target="/ppt/notesSlides/notesSlide11.xml" Id="Rbf2660033c7446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082c90d5046e0" /><Relationship Type="http://schemas.openxmlformats.org/officeDocument/2006/relationships/image" Target="/ppt/media/image12.png" Id="R68ce950cf0de49f6" /><Relationship Type="http://schemas.openxmlformats.org/officeDocument/2006/relationships/notesSlide" Target="/ppt/notesSlides/notesSlide12.xml" Id="R186a4f456b7745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e313f3d584dd1" /><Relationship Type="http://schemas.openxmlformats.org/officeDocument/2006/relationships/image" Target="/ppt/media/image13.png" Id="Rf295a7d73e35499c" /><Relationship Type="http://schemas.openxmlformats.org/officeDocument/2006/relationships/notesSlide" Target="/ppt/notesSlides/notesSlide13.xml" Id="R9fe6d20bf25d44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ed10ea56d84c03" /><Relationship Type="http://schemas.openxmlformats.org/officeDocument/2006/relationships/image" Target="/ppt/media/image14.png" Id="R8bc4ddeb2e494987" /><Relationship Type="http://schemas.openxmlformats.org/officeDocument/2006/relationships/notesSlide" Target="/ppt/notesSlides/notesSlide14.xml" Id="R743130df74a547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3c822a03c4730" /><Relationship Type="http://schemas.openxmlformats.org/officeDocument/2006/relationships/image" Target="/ppt/media/image15.png" Id="R734119480f1c49c5" /><Relationship Type="http://schemas.openxmlformats.org/officeDocument/2006/relationships/notesSlide" Target="/ppt/notesSlides/notesSlide15.xml" Id="R5703cb5b28334f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fd63123144233" /><Relationship Type="http://schemas.openxmlformats.org/officeDocument/2006/relationships/image" Target="/ppt/media/image16.png" Id="R8d5b21f5ba0246ac" /><Relationship Type="http://schemas.openxmlformats.org/officeDocument/2006/relationships/notesSlide" Target="/ppt/notesSlides/notesSlide16.xml" Id="R82219acdea4241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9be1b8db5456b" /><Relationship Type="http://schemas.openxmlformats.org/officeDocument/2006/relationships/image" Target="/ppt/media/image17.png" Id="Re785f221b054431a" /><Relationship Type="http://schemas.openxmlformats.org/officeDocument/2006/relationships/notesSlide" Target="/ppt/notesSlides/notesSlide17.xml" Id="R80fecf2f7d944e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91b62ba5043d0" /><Relationship Type="http://schemas.openxmlformats.org/officeDocument/2006/relationships/image" Target="/ppt/media/image18.png" Id="R63c38860d4f84631" /><Relationship Type="http://schemas.openxmlformats.org/officeDocument/2006/relationships/notesSlide" Target="/ppt/notesSlides/notesSlide18.xml" Id="R9a5392b7517142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fb8411c4b4e2f" /><Relationship Type="http://schemas.openxmlformats.org/officeDocument/2006/relationships/image" Target="/ppt/media/image19.png" Id="R7534668dc73a4d5c" /><Relationship Type="http://schemas.openxmlformats.org/officeDocument/2006/relationships/notesSlide" Target="/ppt/notesSlides/notesSlide19.xml" Id="R2080be0bbedf49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126d56aa04460" /><Relationship Type="http://schemas.openxmlformats.org/officeDocument/2006/relationships/image" Target="/ppt/media/image20.png" Id="Rd089ce0b8d284cb4" /><Relationship Type="http://schemas.openxmlformats.org/officeDocument/2006/relationships/notesSlide" Target="/ppt/notesSlides/notesSlide20.xml" Id="R26ec6d880c5c4a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b9e5c22994006" /><Relationship Type="http://schemas.openxmlformats.org/officeDocument/2006/relationships/image" Target="/ppt/media/image21.png" Id="Rb88662f5c07d461b" /><Relationship Type="http://schemas.openxmlformats.org/officeDocument/2006/relationships/notesSlide" Target="/ppt/notesSlides/notesSlide21.xml" Id="R41f8887d41174db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d56687759447e" /><Relationship Type="http://schemas.openxmlformats.org/officeDocument/2006/relationships/image" Target="/ppt/media/image22.png" Id="Rcb4e397f77a849cc" /><Relationship Type="http://schemas.openxmlformats.org/officeDocument/2006/relationships/notesSlide" Target="/ppt/notesSlides/notesSlide22.xml" Id="R05ad7aa0951444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5db5c81234fd9" /><Relationship Type="http://schemas.openxmlformats.org/officeDocument/2006/relationships/image" Target="/ppt/media/image23.png" Id="Rd14804f206ad4350" /><Relationship Type="http://schemas.openxmlformats.org/officeDocument/2006/relationships/notesSlide" Target="/ppt/notesSlides/notesSlide23.xml" Id="R6e8a4c6054b747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59f20d36b4ebe" /><Relationship Type="http://schemas.openxmlformats.org/officeDocument/2006/relationships/image" Target="/ppt/media/image24.png" Id="R6e83d35049694edb" /><Relationship Type="http://schemas.openxmlformats.org/officeDocument/2006/relationships/notesSlide" Target="/ppt/notesSlides/notesSlide24.xml" Id="Rbd886ee1c21441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32814236e4bb4" /><Relationship Type="http://schemas.openxmlformats.org/officeDocument/2006/relationships/image" Target="/ppt/media/image25.png" Id="Rf8d3508c78f14bb7" /><Relationship Type="http://schemas.openxmlformats.org/officeDocument/2006/relationships/notesSlide" Target="/ppt/notesSlides/notesSlide25.xml" Id="R4ebc6ebfdedb418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bb00306c414a49" /><Relationship Type="http://schemas.openxmlformats.org/officeDocument/2006/relationships/image" Target="/ppt/media/image26.png" Id="Rff5feae8c63f4b45" /><Relationship Type="http://schemas.openxmlformats.org/officeDocument/2006/relationships/notesSlide" Target="/ppt/notesSlides/notesSlide26.xml" Id="R65980d07a53b4ce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0b4cd05dd40de" /><Relationship Type="http://schemas.openxmlformats.org/officeDocument/2006/relationships/image" Target="/ppt/media/image27.png" Id="Re994eb8369644290" /><Relationship Type="http://schemas.openxmlformats.org/officeDocument/2006/relationships/notesSlide" Target="/ppt/notesSlides/notesSlide27.xml" Id="R54892c6d83894e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755bb4286412e" /><Relationship Type="http://schemas.openxmlformats.org/officeDocument/2006/relationships/image" Target="/ppt/media/image28.png" Id="R89a114e760704cb3" /><Relationship Type="http://schemas.openxmlformats.org/officeDocument/2006/relationships/notesSlide" Target="/ppt/notesSlides/notesSlide28.xml" Id="Rbf68032044d94be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6b47b8a9e4e6e" /><Relationship Type="http://schemas.openxmlformats.org/officeDocument/2006/relationships/image" Target="/ppt/media/image29.png" Id="Rad64468107494481" /><Relationship Type="http://schemas.openxmlformats.org/officeDocument/2006/relationships/notesSlide" Target="/ppt/notesSlides/notesSlide29.xml" Id="Raa11948acd2840e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437cc886424ff9" /><Relationship Type="http://schemas.openxmlformats.org/officeDocument/2006/relationships/image" Target="/ppt/media/image30.png" Id="Rcdbb7b859b414bc9" /><Relationship Type="http://schemas.openxmlformats.org/officeDocument/2006/relationships/notesSlide" Target="/ppt/notesSlides/notesSlide30.xml" Id="R9ea9038fe1ba4e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1A711-C7BD-437B-B7D9-CF703895B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ff5de8306481b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967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8B3C3-02AC-4650-A0ED-9B269A7CF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7f59cf34443e0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790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2342D-9314-4E99-B15D-33D6A07FC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b1045c34d4ebc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463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77C05-AC57-482A-B20D-6C0E88631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2778f41a348a2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49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25272-C9D8-45FD-BA12-CB3190104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58a54d4844c50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981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D1B01-60E2-49B0-8BC8-CFA2FB88DA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ed6115574416c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556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537AB-471D-4A61-86FE-30E9E11FA5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e07d307564edc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405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986AE-1F6D-4ADD-A3CB-75A02194A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cd05bc6fc444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78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8A736-971E-4FFD-A01F-ADC12D8E41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3099e27e54cb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1558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54552-2F83-4A9F-BD98-F6858D1E3E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327de270f4580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359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3DEDA-6A0A-4F93-BB3F-F6965837B5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4214b9cab4ef9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463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6E4B8-BE49-4D4E-8520-332B895FD7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e950cf0de49f6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159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2BCDE-0B5B-4F45-BF48-2F715221A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5a7d73e35499c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2376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C0E8D-A3A9-4CE5-B2A6-4A4EB73B02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4ddeb2e494987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625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32DEE-7332-4A87-8A57-C82D8FAEC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119480f1c49c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6180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915EC-2680-42D2-B538-99199DC80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b21f5ba0246ac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74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14749-3972-4793-94D7-0441CE91C5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5f221b054431a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3229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315A9-4F3F-4B0F-AFB7-A60B728573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38860d4f84631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7294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1FD41-9EB6-4D53-87A8-CB33EF33A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4668dc73a4d5c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973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CAE1B-A47F-4683-8899-D59F0C1372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9ce0b8d284cb4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5694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6B715-90BC-485E-9776-DAB97C33D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662f5c07d461b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538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D95C0-1818-4460-B61F-4C6993426F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e397f77a849cc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3514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98C4D-AA46-46C2-9C83-FE88FF0FDD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804f206ad4350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8146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5335C-F8D6-4BC2-BE2B-2FB225968C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3d35049694edb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2297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8C072-29E5-4222-99D8-9C7B160220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3508c78f14bb7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9386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342DB-A1FC-4B22-8E14-EBB06B5682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feae8c63f4b45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4976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D7873-8A76-4C71-89E4-054E72DFF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4eb8369644290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8255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606D6-243D-4735-913A-F87CBBC78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114e760704cb3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875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AE432-8F25-41F0-946D-7D3915BD2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4468107494481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9994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EDAA3-0895-4EE4-9258-3C49361C8B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b7b859b414bc9"/>
          <a:stretch xmlns:a="http://schemas.openxmlformats.org/drawingml/2006/main"/>
        </p:blipFill>
        <p:spPr>
          <a:xfrm xmlns:a="http://schemas.openxmlformats.org/drawingml/2006/main">
            <a:off x="6766" y="0"/>
            <a:ext cx="121784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63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2026-10-09T13:57:29.4200000Z</dcterms:created>
  <dcterms:modified xsi:type="dcterms:W3CDTF">2026-10-09T13:57:29.4200000Z</dcterms:modified>
</coreProperties>
</file>