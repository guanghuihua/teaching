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d2e3beca8f4105" /><Relationship Type="http://schemas.openxmlformats.org/officeDocument/2006/relationships/extended-properties" Target="/docProps/app.xml" Id="Rd81eef1900554922" /><Relationship Type="http://schemas.openxmlformats.org/officeDocument/2006/relationships/officeDocument" Target="/ppt/presentation.xml" Id="R8a09b9f5b60b45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f5fa485ba7245cb"/>
  </p:sldMasterIdLst>
  <p:notesMasterIdLst>
    <p:notesMasterId xmlns:r="http://schemas.openxmlformats.org/officeDocument/2006/relationships" r:id="R0f15abe75739482c"/>
  </p:notesMasterIdLst>
  <p:sldIdLst>
    <p:sldId xmlns:r="http://schemas.openxmlformats.org/officeDocument/2006/relationships" id="256" r:id="Raef1b6c3a6834dcb"/>
    <p:sldId xmlns:r="http://schemas.openxmlformats.org/officeDocument/2006/relationships" id="257" r:id="Rbfbb0242a6f8473f"/>
    <p:sldId xmlns:r="http://schemas.openxmlformats.org/officeDocument/2006/relationships" id="258" r:id="R6aa46f03ce5544ee"/>
    <p:sldId xmlns:r="http://schemas.openxmlformats.org/officeDocument/2006/relationships" id="259" r:id="R0533c8f5d3d64be7"/>
    <p:sldId xmlns:r="http://schemas.openxmlformats.org/officeDocument/2006/relationships" id="260" r:id="Red89e599baaf409c"/>
    <p:sldId xmlns:r="http://schemas.openxmlformats.org/officeDocument/2006/relationships" id="261" r:id="R087bae5688bd44e7"/>
    <p:sldId xmlns:r="http://schemas.openxmlformats.org/officeDocument/2006/relationships" id="262" r:id="R5f5581b1b1134157"/>
    <p:sldId xmlns:r="http://schemas.openxmlformats.org/officeDocument/2006/relationships" id="263" r:id="R700b4625678443ed"/>
    <p:sldId xmlns:r="http://schemas.openxmlformats.org/officeDocument/2006/relationships" id="264" r:id="Rc0b4085483084c49"/>
    <p:sldId xmlns:r="http://schemas.openxmlformats.org/officeDocument/2006/relationships" id="265" r:id="R709a60ec56084513"/>
    <p:sldId xmlns:r="http://schemas.openxmlformats.org/officeDocument/2006/relationships" id="266" r:id="Rcc0188e3873e4877"/>
    <p:sldId xmlns:r="http://schemas.openxmlformats.org/officeDocument/2006/relationships" id="267" r:id="Ra05533b1fcf741ad"/>
    <p:sldId xmlns:r="http://schemas.openxmlformats.org/officeDocument/2006/relationships" id="268" r:id="Rf5dc6bba65ad45b1"/>
    <p:sldId xmlns:r="http://schemas.openxmlformats.org/officeDocument/2006/relationships" id="269" r:id="Rd4197a107fd542f2"/>
    <p:sldId xmlns:r="http://schemas.openxmlformats.org/officeDocument/2006/relationships" id="270" r:id="Re0382929a0af43ec"/>
    <p:sldId xmlns:r="http://schemas.openxmlformats.org/officeDocument/2006/relationships" id="271" r:id="R813e152224b64bc0"/>
    <p:sldId xmlns:r="http://schemas.openxmlformats.org/officeDocument/2006/relationships" id="272" r:id="Rfeeb341f57784a15"/>
    <p:sldId xmlns:r="http://schemas.openxmlformats.org/officeDocument/2006/relationships" id="273" r:id="R1934fe870af44026"/>
    <p:sldId xmlns:r="http://schemas.openxmlformats.org/officeDocument/2006/relationships" id="274" r:id="R90fcd07ae9f64e2b"/>
    <p:sldId xmlns:r="http://schemas.openxmlformats.org/officeDocument/2006/relationships" id="275" r:id="Re283e2db1ef548b0"/>
    <p:sldId xmlns:r="http://schemas.openxmlformats.org/officeDocument/2006/relationships" id="276" r:id="Rad7bcf922a774744"/>
    <p:sldId xmlns:r="http://schemas.openxmlformats.org/officeDocument/2006/relationships" id="277" r:id="R2d86cc07752049fc"/>
    <p:sldId xmlns:r="http://schemas.openxmlformats.org/officeDocument/2006/relationships" id="278" r:id="Reb395635c67e4b5f"/>
    <p:sldId xmlns:r="http://schemas.openxmlformats.org/officeDocument/2006/relationships" id="279" r:id="R3b8fdb34a972498d"/>
    <p:sldId xmlns:r="http://schemas.openxmlformats.org/officeDocument/2006/relationships" id="280" r:id="R893d5275940b433a"/>
    <p:sldId xmlns:r="http://schemas.openxmlformats.org/officeDocument/2006/relationships" id="281" r:id="Rb29877b436824340"/>
    <p:sldId xmlns:r="http://schemas.openxmlformats.org/officeDocument/2006/relationships" id="282" r:id="Rec32fc02303346d8"/>
    <p:sldId xmlns:r="http://schemas.openxmlformats.org/officeDocument/2006/relationships" id="283" r:id="Rd81bdf5f15ff4759"/>
    <p:sldId xmlns:r="http://schemas.openxmlformats.org/officeDocument/2006/relationships" id="284" r:id="R7006a01d170a47c7"/>
    <p:sldId xmlns:r="http://schemas.openxmlformats.org/officeDocument/2006/relationships" id="285" r:id="R9a5746a4f231403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5972612e9ac4f81" /><Relationship Type="http://schemas.openxmlformats.org/officeDocument/2006/relationships/slideMaster" Target="/ppt/slideMasters/slideMaster1.xml" Id="R5f5fa485ba7245cb" /><Relationship Type="http://schemas.openxmlformats.org/officeDocument/2006/relationships/notesMaster" Target="/ppt/notesMasters/notesMaster1.xml" Id="R0f15abe75739482c" /><Relationship Type="http://schemas.openxmlformats.org/officeDocument/2006/relationships/presProps" Target="/ppt/presProps.xml" Id="Rdb947a59cef24086" /><Relationship Type="http://schemas.openxmlformats.org/officeDocument/2006/relationships/tableStyles" Target="/ppt/tableStyles.xml" Id="R3dc3ba3c87434ac6" /><Relationship Type="http://schemas.openxmlformats.org/officeDocument/2006/relationships/slide" Target="/ppt/slides/slide1.xml" Id="Raef1b6c3a6834dcb" /><Relationship Type="http://schemas.openxmlformats.org/officeDocument/2006/relationships/slide" Target="/ppt/slides/slide2.xml" Id="Rbfbb0242a6f8473f" /><Relationship Type="http://schemas.openxmlformats.org/officeDocument/2006/relationships/slide" Target="/ppt/slides/slide3.xml" Id="R6aa46f03ce5544ee" /><Relationship Type="http://schemas.openxmlformats.org/officeDocument/2006/relationships/slide" Target="/ppt/slides/slide4.xml" Id="R0533c8f5d3d64be7" /><Relationship Type="http://schemas.openxmlformats.org/officeDocument/2006/relationships/slide" Target="/ppt/slides/slide5.xml" Id="Red89e599baaf409c" /><Relationship Type="http://schemas.openxmlformats.org/officeDocument/2006/relationships/slide" Target="/ppt/slides/slide6.xml" Id="R087bae5688bd44e7" /><Relationship Type="http://schemas.openxmlformats.org/officeDocument/2006/relationships/slide" Target="/ppt/slides/slide7.xml" Id="R5f5581b1b1134157" /><Relationship Type="http://schemas.openxmlformats.org/officeDocument/2006/relationships/slide" Target="/ppt/slides/slide8.xml" Id="R700b4625678443ed" /><Relationship Type="http://schemas.openxmlformats.org/officeDocument/2006/relationships/slide" Target="/ppt/slides/slide9.xml" Id="Rc0b4085483084c49" /><Relationship Type="http://schemas.openxmlformats.org/officeDocument/2006/relationships/slide" Target="/ppt/slides/slide10.xml" Id="R709a60ec56084513" /><Relationship Type="http://schemas.openxmlformats.org/officeDocument/2006/relationships/slide" Target="/ppt/slides/slide11.xml" Id="Rcc0188e3873e4877" /><Relationship Type="http://schemas.openxmlformats.org/officeDocument/2006/relationships/slide" Target="/ppt/slides/slide12.xml" Id="Ra05533b1fcf741ad" /><Relationship Type="http://schemas.openxmlformats.org/officeDocument/2006/relationships/slide" Target="/ppt/slides/slide13.xml" Id="Rf5dc6bba65ad45b1" /><Relationship Type="http://schemas.openxmlformats.org/officeDocument/2006/relationships/slide" Target="/ppt/slides/slide14.xml" Id="Rd4197a107fd542f2" /><Relationship Type="http://schemas.openxmlformats.org/officeDocument/2006/relationships/slide" Target="/ppt/slides/slide15.xml" Id="Re0382929a0af43ec" /><Relationship Type="http://schemas.openxmlformats.org/officeDocument/2006/relationships/slide" Target="/ppt/slides/slide16.xml" Id="R813e152224b64bc0" /><Relationship Type="http://schemas.openxmlformats.org/officeDocument/2006/relationships/slide" Target="/ppt/slides/slide17.xml" Id="Rfeeb341f57784a15" /><Relationship Type="http://schemas.openxmlformats.org/officeDocument/2006/relationships/slide" Target="/ppt/slides/slide18.xml" Id="R1934fe870af44026" /><Relationship Type="http://schemas.openxmlformats.org/officeDocument/2006/relationships/slide" Target="/ppt/slides/slide19.xml" Id="R90fcd07ae9f64e2b" /><Relationship Type="http://schemas.openxmlformats.org/officeDocument/2006/relationships/slide" Target="/ppt/slides/slide20.xml" Id="Re283e2db1ef548b0" /><Relationship Type="http://schemas.openxmlformats.org/officeDocument/2006/relationships/slide" Target="/ppt/slides/slide21.xml" Id="Rad7bcf922a774744" /><Relationship Type="http://schemas.openxmlformats.org/officeDocument/2006/relationships/slide" Target="/ppt/slides/slide22.xml" Id="R2d86cc07752049fc" /><Relationship Type="http://schemas.openxmlformats.org/officeDocument/2006/relationships/slide" Target="/ppt/slides/slide23.xml" Id="Reb395635c67e4b5f" /><Relationship Type="http://schemas.openxmlformats.org/officeDocument/2006/relationships/slide" Target="/ppt/slides/slide24.xml" Id="R3b8fdb34a972498d" /><Relationship Type="http://schemas.openxmlformats.org/officeDocument/2006/relationships/slide" Target="/ppt/slides/slide25.xml" Id="R893d5275940b433a" /><Relationship Type="http://schemas.openxmlformats.org/officeDocument/2006/relationships/slide" Target="/ppt/slides/slide26.xml" Id="Rb29877b436824340" /><Relationship Type="http://schemas.openxmlformats.org/officeDocument/2006/relationships/slide" Target="/ppt/slides/slide27.xml" Id="Rec32fc02303346d8" /><Relationship Type="http://schemas.openxmlformats.org/officeDocument/2006/relationships/slide" Target="/ppt/slides/slide28.xml" Id="Rd81bdf5f15ff4759" /><Relationship Type="http://schemas.openxmlformats.org/officeDocument/2006/relationships/slide" Target="/ppt/slides/slide29.xml" Id="R7006a01d170a47c7" /><Relationship Type="http://schemas.openxmlformats.org/officeDocument/2006/relationships/slide" Target="/ppt/slides/slide30.xml" Id="R9a5746a4f23140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c7e70bc85ea4e4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70c7f5c12f8456b" /><Relationship Type="http://schemas.openxmlformats.org/officeDocument/2006/relationships/notesMaster" Target="/ppt/notesMasters/notesMaster1.xml" Id="R7a098563d32043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5cf78bcff24e0e" /><Relationship Type="http://schemas.openxmlformats.org/officeDocument/2006/relationships/notesMaster" Target="/ppt/notesMasters/notesMaster1.xml" Id="R36081d990caf4f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a1b2c1b539459d" /><Relationship Type="http://schemas.openxmlformats.org/officeDocument/2006/relationships/notesMaster" Target="/ppt/notesMasters/notesMaster1.xml" Id="R73ab4e94256946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0389432f4c441b3" /><Relationship Type="http://schemas.openxmlformats.org/officeDocument/2006/relationships/notesMaster" Target="/ppt/notesMasters/notesMaster1.xml" Id="Rff934896cd274a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2bc3c2dddcd430c" /><Relationship Type="http://schemas.openxmlformats.org/officeDocument/2006/relationships/notesMaster" Target="/ppt/notesMasters/notesMaster1.xml" Id="R9b50c9be71124b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943cb6bb434261" /><Relationship Type="http://schemas.openxmlformats.org/officeDocument/2006/relationships/notesMaster" Target="/ppt/notesMasters/notesMaster1.xml" Id="R7100bfbff39942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4e57602cbbb4853" /><Relationship Type="http://schemas.openxmlformats.org/officeDocument/2006/relationships/notesMaster" Target="/ppt/notesMasters/notesMaster1.xml" Id="Ref241b95e1d148e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63d7f0ff4344ec" /><Relationship Type="http://schemas.openxmlformats.org/officeDocument/2006/relationships/notesMaster" Target="/ppt/notesMasters/notesMaster1.xml" Id="R545ced4a24b14c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9a28259ffe4bcc" /><Relationship Type="http://schemas.openxmlformats.org/officeDocument/2006/relationships/notesMaster" Target="/ppt/notesMasters/notesMaster1.xml" Id="Rb514bc42395d439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173c30a99f243ce" /><Relationship Type="http://schemas.openxmlformats.org/officeDocument/2006/relationships/notesMaster" Target="/ppt/notesMasters/notesMaster1.xml" Id="Rafbb6020b1ae450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cdc4d2cfc524779" /><Relationship Type="http://schemas.openxmlformats.org/officeDocument/2006/relationships/notesMaster" Target="/ppt/notesMasters/notesMaster1.xml" Id="R6dd6e5a3cb55470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c73176e73444bad" /><Relationship Type="http://schemas.openxmlformats.org/officeDocument/2006/relationships/notesMaster" Target="/ppt/notesMasters/notesMaster1.xml" Id="R95025f0ca55b44d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96fdaa152bb4800" /><Relationship Type="http://schemas.openxmlformats.org/officeDocument/2006/relationships/notesMaster" Target="/ppt/notesMasters/notesMaster1.xml" Id="Rc745edd4c1de44a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11c68949e97406e" /><Relationship Type="http://schemas.openxmlformats.org/officeDocument/2006/relationships/notesMaster" Target="/ppt/notesMasters/notesMaster1.xml" Id="R55288b75172d4c1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1a479a11d1d4f99" /><Relationship Type="http://schemas.openxmlformats.org/officeDocument/2006/relationships/notesMaster" Target="/ppt/notesMasters/notesMaster1.xml" Id="R8315218c498042d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dece1a8205343b3" /><Relationship Type="http://schemas.openxmlformats.org/officeDocument/2006/relationships/notesMaster" Target="/ppt/notesMasters/notesMaster1.xml" Id="Re19885692ec14a7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cca1567bb514d04" /><Relationship Type="http://schemas.openxmlformats.org/officeDocument/2006/relationships/notesMaster" Target="/ppt/notesMasters/notesMaster1.xml" Id="R1a8dce0aa6494d1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181b32601e94bda" /><Relationship Type="http://schemas.openxmlformats.org/officeDocument/2006/relationships/notesMaster" Target="/ppt/notesMasters/notesMaster1.xml" Id="R7f29c0251b4b40f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bcb5e55e73f4e15" /><Relationship Type="http://schemas.openxmlformats.org/officeDocument/2006/relationships/notesMaster" Target="/ppt/notesMasters/notesMaster1.xml" Id="R1747f587e9cb496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33cce99dbf7435d" /><Relationship Type="http://schemas.openxmlformats.org/officeDocument/2006/relationships/notesMaster" Target="/ppt/notesMasters/notesMaster1.xml" Id="Rc04c83156008456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d13b68191e14fb8" /><Relationship Type="http://schemas.openxmlformats.org/officeDocument/2006/relationships/notesMaster" Target="/ppt/notesMasters/notesMaster1.xml" Id="R19c61a7859b2420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c7fa4c093214ae3" /><Relationship Type="http://schemas.openxmlformats.org/officeDocument/2006/relationships/notesMaster" Target="/ppt/notesMasters/notesMaster1.xml" Id="R9e4cb5d6af1f4bb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8c6631a95114aea" /><Relationship Type="http://schemas.openxmlformats.org/officeDocument/2006/relationships/notesMaster" Target="/ppt/notesMasters/notesMaster1.xml" Id="R35467c0c2be64da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b191e3a6d73478a" /><Relationship Type="http://schemas.openxmlformats.org/officeDocument/2006/relationships/notesMaster" Target="/ppt/notesMasters/notesMaster1.xml" Id="R16eb6689aa754e1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ac8dc52546c474f" /><Relationship Type="http://schemas.openxmlformats.org/officeDocument/2006/relationships/notesMaster" Target="/ppt/notesMasters/notesMaster1.xml" Id="Ra3797c48effc4af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3d8d26b185a4027" /><Relationship Type="http://schemas.openxmlformats.org/officeDocument/2006/relationships/notesMaster" Target="/ppt/notesMasters/notesMaster1.xml" Id="R85edaefc67cf489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a2cc9b3d77f4359" /><Relationship Type="http://schemas.openxmlformats.org/officeDocument/2006/relationships/notesMaster" Target="/ppt/notesMasters/notesMaster1.xml" Id="R7b5f578d8c374d1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6f27d11f56344ab" /><Relationship Type="http://schemas.openxmlformats.org/officeDocument/2006/relationships/notesMaster" Target="/ppt/notesMasters/notesMaster1.xml" Id="R1c50f53d75f74f1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0281aa612514d80" /><Relationship Type="http://schemas.openxmlformats.org/officeDocument/2006/relationships/notesMaster" Target="/ppt/notesMasters/notesMaster1.xml" Id="R7edd3a8665c74cb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ce8790695324a77" /><Relationship Type="http://schemas.openxmlformats.org/officeDocument/2006/relationships/notesMaster" Target="/ppt/notesMasters/notesMaster1.xml" Id="R7c1c4702a66440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函数的概念。配套可编辑文件：函数的概念.tex。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我们已经认识的函数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正方形的边长为 $x$，周长为 $l$，则</a:t>
            </a:r>
          </a:p>
          <a:p xmlns:a="http://schemas.openxmlformats.org/drawingml/2006/main">
            <a:r>
              <a:t>\[l=4x,\qquad x&gt;0.\]</a:t>
            </a:r>
          </a:p>
          <a:p xmlns:a="http://schemas.openxmlformats.org/drawingml/2006/main">
            <a:r>
              <a:t>\bigskip</a:t>
            </a:r>
          </a:p>
          <a:p xmlns:a="http://schemas.openxmlformats.org/drawingml/2006/main">
            <a:r>
              <a:t>\begin{enumerate}</a:t>
            </a:r>
          </a:p>
          <a:p xmlns:a="http://schemas.openxmlformats.org/drawingml/2006/main">
            <a:r>
              <a:t>\item 给定边长 $x=2$，周长能有几个值？</a:t>
            </a:r>
          </a:p>
          <a:p xmlns:a="http://schemas.openxmlformats.org/drawingml/2006/main">
            <a:r>
              <a:t>\item 它与 $y=4x\ (x\in\R)$ 是同一个函数吗？</a:t>
            </a:r>
          </a:p>
          <a:p xmlns:a="http://schemas.openxmlformats.org/drawingml/2006/main">
            <a:r>
              <a:t>\item $y=x$ 与 $y=\dfrac{x^2}{x}$ 是同一个函数吗？</a:t>
            </a:r>
          </a:p>
          <a:p xmlns:a="http://schemas.openxmlformats.org/drawingml/2006/main">
            <a:r>
              <a:t>\end{enumerate}</a:t>
            </a:r>
          </a:p>
          <a:p xmlns:a="http://schemas.openxmlformats.org/drawingml/2006/main">
            <a:r>
              <a:t>\src{教材第60页章引言改编。后两个问题留待本课结束回答。}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实例一：列车行程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某列车以 $350\,\mathrm{km/h}$ 匀速运行半小时。\par</a:t>
            </a:r>
          </a:p>
          <a:p xmlns:a="http://schemas.openxmlformats.org/drawingml/2006/main">
            <a:r>
              <a:t>从这段匀速运行开始计时，路程为 $S\,\mathrm{km}$，时间为 $t\,\mathrm h$。</a:t>
            </a:r>
          </a:p>
          <a:p xmlns:a="http://schemas.openxmlformats.org/drawingml/2006/main">
            <a:r>
              <a:t>\[S=350t.\]</a:t>
            </a:r>
          </a:p>
          <a:p xmlns:a="http://schemas.openxmlformats.org/drawingml/2006/main">
            <a:r>
              <a:t>\begin{enumerate}</a:t>
            </a:r>
          </a:p>
          <a:p xmlns:a="http://schemas.openxmlformats.org/drawingml/2006/main">
            <a:r>
              <a:t>\item $t$ 可以取哪些值？$S$ 可以取哪些值？</a:t>
            </a:r>
          </a:p>
          <a:p xmlns:a="http://schemas.openxmlformats.org/drawingml/2006/main">
            <a:r>
              <a:t>\item 当 $t=0.2$ 时，$S$ 是多少？能否有两个结果？</a:t>
            </a:r>
          </a:p>
          <a:p xmlns:a="http://schemas.openxmlformats.org/drawingml/2006/main">
            <a:r>
              <a:t>\item 能否据此断定这段计时开始后 $1\,\mathrm h$ 行驶 $350\,\mathrm{km}$？</a:t>
            </a:r>
          </a:p>
          <a:p xmlns:a="http://schemas.openxmlformats.org/drawingml/2006/main">
            <a:r>
              <a:t>\end{enumerate}</a:t>
            </a:r>
          </a:p>
          <a:p xmlns:a="http://schemas.openxmlformats.org/drawingml/2006/main">
            <a:r>
              <a:t>\src{教材第60页问题1，措辞略作压缩。}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列车实例中的集合与对应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\[A=[0,0.5],\qquad B=[0,175],\qquad S=350t.\]</a:t>
            </a:r>
          </a:p>
          <a:p xmlns:a="http://schemas.openxmlformats.org/drawingml/2006/main">
            <a:r>
              <a:t>\bigskip</a:t>
            </a:r>
          </a:p>
          <a:p xmlns:a="http://schemas.openxmlformats.org/drawingml/2006/main">
            <a:r>
              <a:t>当 $t=0.2$ 时，$S=70$，结果唯一。\par\medskip</a:t>
            </a:r>
          </a:p>
          <a:p xmlns:a="http://schemas.openxmlformats.org/drawingml/2006/main">
            <a:r>
              <a:t>$1\notin A$，半小时后的运动情况未知，不能由这个模型判断。</a:t>
            </a:r>
          </a:p>
          <a:p xmlns:a="http://schemas.openxmlformats.org/drawingml/2006/main">
            <a:r>
              <a:t>\key{先确定输入的范围，再按照对应关系寻找输出。\par</a:t>
            </a:r>
          </a:p>
          <a:p xmlns:a="http://schemas.openxmlformats.org/drawingml/2006/main">
            <a:r>
              <a:t>对于 $A$ 中每一个 $t$，在 $B$ 中都有唯一确定的 $S$。}</a:t>
            </a:r>
          </a:p>
          <a:p xmlns:a="http://schemas.openxmlformats.org/drawingml/2006/main">
            <a:r>
              <a:t>\src{教材第60页。区间包含起点和终点。}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实例二：工作天数与工资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某公司按每天 $350$ 元支付工资，每周工作至少 $1$ 天、至多 $6$ 天，工作天数按整数计。</a:t>
            </a:r>
          </a:p>
          <a:p xmlns:a="http://schemas.openxmlformats.org/drawingml/2006/main">
            <a:r>
              <a:t>\[w=350d.\]</a:t>
            </a:r>
          </a:p>
          <a:p xmlns:a="http://schemas.openxmlformats.org/drawingml/2006/main">
            <a:r>
              <a:t>\begin{center}</a:t>
            </a:r>
          </a:p>
          <a:p xmlns:a="http://schemas.openxmlformats.org/drawingml/2006/main">
            <a:r>
              <a:t>\begin{tabular}{c|rrrrrr}</a:t>
            </a:r>
          </a:p>
          <a:p xmlns:a="http://schemas.openxmlformats.org/drawingml/2006/main">
            <a:r>
              <a:t>$d$（天）&amp;1&amp;2&amp;3&amp;4&amp;5&amp;6\\\hline</a:t>
            </a:r>
          </a:p>
          <a:p xmlns:a="http://schemas.openxmlformats.org/drawingml/2006/main">
            <a:r>
              <a:t>$w$（元）&amp;350&amp;700&amp;1050&amp;1400&amp;1750&amp;2100</a:t>
            </a:r>
          </a:p>
          <a:p xmlns:a="http://schemas.openxmlformats.org/drawingml/2006/main">
            <a:r>
              <a:t>\end{tabular}</a:t>
            </a:r>
          </a:p>
          <a:p xmlns:a="http://schemas.openxmlformats.org/drawingml/2006/main">
            <a:r>
              <a:t>\end{center}</a:t>
            </a:r>
          </a:p>
          <a:p xmlns:a="http://schemas.openxmlformats.org/drawingml/2006/main">
            <a:r>
              <a:t>\medskip</a:t>
            </a:r>
          </a:p>
          <a:p xmlns:a="http://schemas.openxmlformats.org/drawingml/2006/main">
            <a:r>
              <a:t>思考：$d$ 能否取 $0.2$？能否取 $7$？\par\medskip</a:t>
            </a:r>
          </a:p>
          <a:p xmlns:a="http://schemas.openxmlformats.org/drawingml/2006/main">
            <a:r>
              <a:t>列车与工资都出现“乘以 $350$”，它们是同一个函数吗？</a:t>
            </a:r>
          </a:p>
          <a:p xmlns:a="http://schemas.openxmlformats.org/drawingml/2006/main">
            <a:r>
              <a:t>\src{教材第61页问题2改编，明确按整数天数计。}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相同的式子，不同的输入范围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\begin{align*}</a:t>
            </a:r>
          </a:p>
          <a:p xmlns:a="http://schemas.openxmlformats.org/drawingml/2006/main">
            <a:r>
              <a:t>\text{列车：}\quad&amp;A_1=[0,0.5],&amp;S&amp;=350t,\\[8pt]</a:t>
            </a:r>
          </a:p>
          <a:p xmlns:a="http://schemas.openxmlformats.org/drawingml/2006/main">
            <a:r>
              <a:t>\text{工资：}\quad&amp;A_2=\{1,2,3,4,5,6\},&amp;w&amp;=350d.</a:t>
            </a:r>
          </a:p>
          <a:p xmlns:a="http://schemas.openxmlformats.org/drawingml/2006/main">
            <a:r>
              <a:t>\end{align*}</a:t>
            </a:r>
          </a:p>
          <a:p xmlns:a="http://schemas.openxmlformats.org/drawingml/2006/main">
            <a:r>
              <a:t>\bigskip</a:t>
            </a:r>
          </a:p>
          <a:p xmlns:a="http://schemas.openxmlformats.org/drawingml/2006/main">
            <a:r>
              <a:t>输入范围不同，这两个函数不同。\par\medskip</a:t>
            </a:r>
          </a:p>
          <a:p xmlns:a="http://schemas.openxmlformats.org/drawingml/2006/main">
            <a:r>
              <a:t>工资的实际输出是 $\{350,700,1050,1400,1750,2100\}$。</a:t>
            </a:r>
          </a:p>
          <a:p xmlns:a="http://schemas.openxmlformats.org/drawingml/2006/main">
            <a:r>
              <a:t>\key{描述函数时，只有一个式子还不够。}</a:t>
            </a:r>
          </a:p>
          <a:p xmlns:a="http://schemas.openxmlformats.org/drawingml/2006/main">
            <a:r>
              <a:t>\src{教材第60—61页实例对比。}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实例三：图像也能给出对应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\begin{columns}[T]</a:t>
            </a:r>
          </a:p>
          <a:p xmlns:a="http://schemas.openxmlformats.org/drawingml/2006/main">
            <a:r>
              <a:t>\begin{column}{.63\textwidth}</a:t>
            </a:r>
          </a:p>
          <a:p xmlns:a="http://schemas.openxmlformats.org/drawingml/2006/main">
            <a:r>
              <a:t>\includegraphics[trim=400bp 1600bp 430bp 1510bp,clip,width=\linewidth]{assets/教材第61页.jpg}</a:t>
            </a:r>
          </a:p>
          <a:p xmlns:a="http://schemas.openxmlformats.org/drawingml/2006/main">
            <a:r>
              <a:t>\end{column}</a:t>
            </a:r>
          </a:p>
          <a:p xmlns:a="http://schemas.openxmlformats.org/drawingml/2006/main">
            <a:r>
              <a:t>\begin{column}{.34\textwidth}</a:t>
            </a:r>
          </a:p>
          <a:p xmlns:a="http://schemas.openxmlformats.org/drawingml/2006/main">
            <a:r>
              <a:t>这是教材给出的某日空气质量指数图。\par\medskip</a:t>
            </a:r>
          </a:p>
          <a:p xmlns:a="http://schemas.openxmlformats.org/drawingml/2006/main">
            <a:r>
              <a:t>固定时刻 $t$，沿竖直方向找到曲线上的点，再读纵坐标。\par\medskip</a:t>
            </a:r>
          </a:p>
          <a:p xmlns:a="http://schemas.openxmlformats.org/drawingml/2006/main">
            <a:r>
              <a:t>同一时刻会读到两个不同的指数吗？</a:t>
            </a:r>
          </a:p>
          <a:p xmlns:a="http://schemas.openxmlformats.org/drawingml/2006/main">
            <a:r>
              <a:t>\end{column}</a:t>
            </a:r>
          </a:p>
          <a:p xmlns:a="http://schemas.openxmlformats.org/drawingml/2006/main">
            <a:r>
              <a:t>\end{columns}</a:t>
            </a:r>
          </a:p>
          <a:p xmlns:a="http://schemas.openxmlformats.org/drawingml/2006/main">
            <a:r>
              <a:t>\key{即使没有解析式，图像也能确定输入与输出的对应。}</a:t>
            </a:r>
          </a:p>
          <a:p xmlns:a="http://schemas.openxmlformats.org/drawingml/2006/main">
            <a:r>
              <a:t>\src{教材第61页图3.1-1原图局部。只作定性读图，不把估读值当作精确数据。}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实例四：表格也能给出对应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教材列出某省城镇居民恩格尔系数：</a:t>
            </a:r>
          </a:p>
          <a:p xmlns:a="http://schemas.openxmlformats.org/drawingml/2006/main">
            <a:r>
              <a:t>\begin{center}\small</a:t>
            </a:r>
          </a:p>
          <a:p xmlns:a="http://schemas.openxmlformats.org/drawingml/2006/main">
            <a:r>
              <a:t>\begin{tabular}{c|rrrrr}</a:t>
            </a:r>
          </a:p>
          <a:p xmlns:a="http://schemas.openxmlformats.org/drawingml/2006/main">
            <a:r>
              <a:t>年份&amp;2006&amp;2007&amp;2008&amp;2009&amp;2010\\\hline</a:t>
            </a:r>
          </a:p>
          <a:p xmlns:a="http://schemas.openxmlformats.org/drawingml/2006/main">
            <a:r>
              <a:t>系数（\%）&amp;36.69&amp;36.81&amp;38.17&amp;35.69&amp;35.15\\\midrule</a:t>
            </a:r>
          </a:p>
          <a:p xmlns:a="http://schemas.openxmlformats.org/drawingml/2006/main">
            <a:r>
              <a:t>年份&amp;2011&amp;2012&amp;2013&amp;2014&amp;2015\\\hline</a:t>
            </a:r>
          </a:p>
          <a:p xmlns:a="http://schemas.openxmlformats.org/drawingml/2006/main">
            <a:r>
              <a:t>系数（\%）&amp;33.53&amp;33.87&amp;29.89&amp;29.35&amp;28.57</a:t>
            </a:r>
          </a:p>
          <a:p xmlns:a="http://schemas.openxmlformats.org/drawingml/2006/main">
            <a:r>
              <a:t>\end{tabular}\end{center}</a:t>
            </a:r>
          </a:p>
          <a:p xmlns:a="http://schemas.openxmlformats.org/drawingml/2006/main">
            <a:r>
              <a:t>\medskip</a:t>
            </a:r>
          </a:p>
          <a:p xmlns:a="http://schemas.openxmlformats.org/drawingml/2006/main">
            <a:r>
              <a:t>（1）2013 年对应的系数是多少？\par</a:t>
            </a:r>
          </a:p>
          <a:p xmlns:a="http://schemas.openxmlformats.org/drawingml/2006/main">
            <a:r>
              <a:t>（2）只根据此表，能确定 2016 年的系数吗？\par</a:t>
            </a:r>
          </a:p>
          <a:p xmlns:a="http://schemas.openxmlformats.org/drawingml/2006/main">
            <a:r>
              <a:t>（3）表中的每一个年份，是否都有唯一确定的系数？</a:t>
            </a:r>
          </a:p>
          <a:p xmlns:a="http://schemas.openxmlformats.org/drawingml/2006/main">
            <a:r>
              <a:t>\src{教材第62页表3.1-1。29.89\%=0.2989，注意百分数与小数的区别。}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四个实例的共同特征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\begin{center}\small</a:t>
            </a:r>
          </a:p>
          <a:p xmlns:a="http://schemas.openxmlformats.org/drawingml/2006/main">
            <a:r>
              <a:t>\begin{tabular}{lll}</a:t>
            </a:r>
          </a:p>
          <a:p xmlns:a="http://schemas.openxmlformats.org/drawingml/2006/main">
            <a:r>
              <a:t>\toprule</a:t>
            </a:r>
          </a:p>
          <a:p xmlns:a="http://schemas.openxmlformats.org/drawingml/2006/main">
            <a:r>
              <a:t>实例&amp;输入&amp;对应关系的呈现\\\midrule</a:t>
            </a:r>
          </a:p>
          <a:p xmlns:a="http://schemas.openxmlformats.org/drawingml/2006/main">
            <a:r>
              <a:t>列车行程&amp;$t\in[0,0.5]$&amp;解析式 $S=350t$\\</a:t>
            </a:r>
          </a:p>
          <a:p xmlns:a="http://schemas.openxmlformats.org/drawingml/2006/main">
            <a:r>
              <a:t>工作工资&amp;$d\in\{1,2,3,4,5,6\}$&amp;解析式或表格\\</a:t>
            </a:r>
          </a:p>
          <a:p xmlns:a="http://schemas.openxmlformats.org/drawingml/2006/main">
            <a:r>
              <a:t>空气质量&amp;$t\in[0,24]$&amp;图像\\</a:t>
            </a:r>
          </a:p>
          <a:p xmlns:a="http://schemas.openxmlformats.org/drawingml/2006/main">
            <a:r>
              <a:t>恩格尔系数&amp;表中十个年份&amp;表格\\\bottomrule</a:t>
            </a:r>
          </a:p>
          <a:p xmlns:a="http://schemas.openxmlformats.org/drawingml/2006/main">
            <a:r>
              <a:t>\end{tabular}</a:t>
            </a:r>
          </a:p>
          <a:p xmlns:a="http://schemas.openxmlformats.org/drawingml/2006/main">
            <a:r>
              <a:t>\end{center}</a:t>
            </a:r>
          </a:p>
          <a:p xmlns:a="http://schemas.openxmlformats.org/drawingml/2006/main">
            <a:r>
              <a:t>\key{都有两个非空的实数集和一个确定的对应关系。\par</a:t>
            </a:r>
          </a:p>
          <a:p xmlns:a="http://schemas.openxmlformats.org/drawingml/2006/main">
            <a:r>
              <a:t>对输入集合中的任意一个数，输出集合中都有唯一确定的数与它对应。}</a:t>
            </a:r>
          </a:p>
          <a:p xmlns:a="http://schemas.openxmlformats.org/drawingml/2006/main">
            <a:r>
              <a:t>\src{教材第60—62页归纳。}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函数的定义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设 $A,B$ 是\alert{非空的实数集}。如果对于集合 $A$ 中的\alert{任意一个}数 $x$，按照某种确定的对应关系 $f$，在集合 $B$ 中都有\alert{唯一确定}的数 $y$ 和它对应，\par\medskip</a:t>
            </a:r>
          </a:p>
          <a:p xmlns:a="http://schemas.openxmlformats.org/drawingml/2006/main">
            <a:r>
              <a:t>那么称 $f:A\to B$ 为从集合 $A$ 到集合 $B$ 的一个函数，记作</a:t>
            </a:r>
          </a:p>
          <a:p xmlns:a="http://schemas.openxmlformats.org/drawingml/2006/main">
            <a:r>
              <a:t>\[\boxed{y=f(x),\quad x\in A.}\]</a:t>
            </a:r>
          </a:p>
          <a:p xmlns:a="http://schemas.openxmlformats.org/drawingml/2006/main">
            <a:r>
              <a:t>\medskip</a:t>
            </a:r>
          </a:p>
          <a:p xmlns:a="http://schemas.openxmlformats.org/drawingml/2006/main">
            <a:r>
              <a:t>“任意一个”：$A$ 中的输入不能遗漏。\par</a:t>
            </a:r>
          </a:p>
          <a:p xmlns:a="http://schemas.openxmlformats.org/drawingml/2006/main">
            <a:r>
              <a:t>“唯一确定”：同一输入不能对应两个不同的输出。</a:t>
            </a:r>
          </a:p>
          <a:p xmlns:a="http://schemas.openxmlformats.org/drawingml/2006/main">
            <a:r>
              <a:t>\src{教材第62页函数定义。$f(x)$ 表示函数值，不是 $f$ 与 $x$ 相乘。}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定义域、函数值与值域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取 $A=\{-1,0,1\}$，$B=\{0,1,2\}$，$f(x)=x^2$。</a:t>
            </a:r>
          </a:p>
          <a:p xmlns:a="http://schemas.openxmlformats.org/drawingml/2006/main">
            <a:r>
              <a:t>\[f(-1)=1,\qquad f(0)=0,\qquad f(1)=1.\]</a:t>
            </a:r>
          </a:p>
          <a:p xmlns:a="http://schemas.openxmlformats.org/drawingml/2006/main">
            <a:r>
              <a:t>\begin{itemize}</a:t>
            </a:r>
          </a:p>
          <a:p xmlns:a="http://schemas.openxmlformats.org/drawingml/2006/main">
            <a:r>
              <a:t>\item 定义域：允许输入的全部数，$A=\{-1,0,1\}$。</a:t>
            </a:r>
          </a:p>
          <a:p xmlns:a="http://schemas.openxmlformats.org/drawingml/2006/main">
            <a:r>
              <a:t>\item 函数值：某个输入对应的输出，例如 $f(-1)=1$。</a:t>
            </a:r>
          </a:p>
          <a:p xmlns:a="http://schemas.openxmlformats.org/drawingml/2006/main">
            <a:r>
              <a:t>\item 值域：实际输出的全部数，$\{0,1\}$。</a:t>
            </a:r>
          </a:p>
          <a:p xmlns:a="http://schemas.openxmlformats.org/drawingml/2006/main">
            <a:r>
              <a:t>\end{itemize}</a:t>
            </a:r>
          </a:p>
          <a:p xmlns:a="http://schemas.openxmlformats.org/drawingml/2006/main">
            <a:r>
              <a:t>\key{值域 $\{f(x)\mid x\in A\}\subseteq B$，不一定等于 $B$。\par</a:t>
            </a:r>
          </a:p>
          <a:p xmlns:a="http://schemas.openxmlformats.org/drawingml/2006/main">
            <a:r>
              <a:t>不同的输入可以有相同的输出。}</a:t>
            </a:r>
          </a:p>
          <a:p xmlns:a="http://schemas.openxmlformats.org/drawingml/2006/main">
            <a:r>
              <a:t>\src{依据教材定义自编。}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概念辨析：这些说法对吗？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\begin{enumerate}</a:t>
            </a:r>
          </a:p>
          <a:p xmlns:a="http://schemas.openxmlformats.org/drawingml/2006/main">
            <a:r>
              <a:t>\item 一个函数必须有解析式。</a:t>
            </a:r>
          </a:p>
          <a:p xmlns:a="http://schemas.openxmlformats.org/drawingml/2006/main">
            <a:r>
              <a:t>\item 不同的 $x$ 必须对应不同的 $y$。</a:t>
            </a:r>
          </a:p>
          <a:p xmlns:a="http://schemas.openxmlformats.org/drawingml/2006/main">
            <a:r>
              <a:t>\item 集合 $B$ 中每一个数都必须被对应到。</a:t>
            </a:r>
          </a:p>
          <a:p xmlns:a="http://schemas.openxmlformats.org/drawingml/2006/main">
            <a:r>
              <a:t>\item $y=0\ (x\in\R)$ 也是函数。</a:t>
            </a:r>
          </a:p>
          <a:p xmlns:a="http://schemas.openxmlformats.org/drawingml/2006/main">
            <a:r>
              <a:t>\end{enumerate}</a:t>
            </a:r>
          </a:p>
          <a:p xmlns:a="http://schemas.openxmlformats.org/drawingml/2006/main">
            <a:r>
              <a:t>\bigskip</a:t>
            </a:r>
          </a:p>
          <a:p xmlns:a="http://schemas.openxmlformats.org/drawingml/2006/main">
            <a:r>
              <a:t>请用刚才的实例或一个反例说明理由。</a:t>
            </a:r>
          </a:p>
          <a:p xmlns:a="http://schemas.openxmlformats.org/drawingml/2006/main">
            <a:r>
              <a:t>\src{依据函数定义自编。}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概念辨析：理由比结论更重要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\begin{enumerate}</a:t>
            </a:r>
          </a:p>
          <a:p xmlns:a="http://schemas.openxmlformats.org/drawingml/2006/main">
            <a:r>
              <a:t>\item 错。图像、表格也可以确定对应关系。</a:t>
            </a:r>
          </a:p>
          <a:p xmlns:a="http://schemas.openxmlformats.org/drawingml/2006/main">
            <a:r>
              <a:t>\item 错。$f(x)=x^2$ 中，$f(-1)=f(1)=1$。</a:t>
            </a:r>
          </a:p>
          <a:p xmlns:a="http://schemas.openxmlformats.org/drawingml/2006/main">
            <a:r>
              <a:t>\item 错。上例中 $2\in B$，但没有输入对应到 $2$。</a:t>
            </a:r>
          </a:p>
          <a:p xmlns:a="http://schemas.openxmlformats.org/drawingml/2006/main">
            <a:r>
              <a:t>\item 对。每一个实数 $x$ 都对应唯一的 $0$。</a:t>
            </a:r>
          </a:p>
          <a:p xmlns:a="http://schemas.openxmlformats.org/drawingml/2006/main">
            <a:r>
              <a:t>\end{enumerate}</a:t>
            </a:r>
          </a:p>
          <a:p xmlns:a="http://schemas.openxmlformats.org/drawingml/2006/main">
            <a:r>
              <a:t>\key{允许“多对一”，也允许常函数。\par</a:t>
            </a:r>
          </a:p>
          <a:p xmlns:a="http://schemas.openxmlformats.org/drawingml/2006/main">
            <a:r>
              <a:t>判断的出发点始终是定义域中的每一个输入。}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练习一：是否构成函数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判断下列对应是否为从集合 $A$ 到集合 $B$ 的函数，并说明理由。</a:t>
            </a:r>
          </a:p>
          <a:p xmlns:a="http://schemas.openxmlformats.org/drawingml/2006/main">
            <a:r>
              <a:t>\begin{enumerate}</a:t>
            </a:r>
          </a:p>
          <a:p xmlns:a="http://schemas.openxmlformats.org/drawingml/2006/main">
            <a:r>
              <a:t>\item $A=\R,\ B=\{y\mid y&gt;0\},\quad x\mapsto |x|$。</a:t>
            </a:r>
          </a:p>
          <a:p xmlns:a="http://schemas.openxmlformats.org/drawingml/2006/main">
            <a:r>
              <a:t>\item $A=\Z,\ B=\Z,\quad x\mapsto x^2$。</a:t>
            </a:r>
          </a:p>
          <a:p xmlns:a="http://schemas.openxmlformats.org/drawingml/2006/main">
            <a:r>
              <a:t>\item $A=\Z,\ B=\Z,\quad x\mapsto \sqrt{x}$。</a:t>
            </a:r>
          </a:p>
          <a:p xmlns:a="http://schemas.openxmlformats.org/drawingml/2006/main">
            <a:r>
              <a:t>\item $A=[-1,1],\ B=\{0\},\quad x\mapsto 0$。</a:t>
            </a:r>
          </a:p>
          <a:p xmlns:a="http://schemas.openxmlformats.org/drawingml/2006/main">
            <a:r>
              <a:t>\end{enumerate}</a:t>
            </a:r>
          </a:p>
          <a:p xmlns:a="http://schemas.openxmlformats.org/drawingml/2006/main">
            <a:r>
              <a:t>\src{《三维设计》必修第一册第31页典例1。}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练习一：逐个检查输入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\begin{enumerate}</a:t>
            </a:r>
          </a:p>
          <a:p xmlns:a="http://schemas.openxmlformats.org/drawingml/2006/main">
            <a:r>
              <a:t>\item 不是。$0\in A$，但 $|0|=0\notin B$。</a:t>
            </a:r>
          </a:p>
          <a:p xmlns:a="http://schemas.openxmlformats.org/drawingml/2006/main">
            <a:r>
              <a:t>\item 是。任意整数的平方仍是唯一确定的整数。</a:t>
            </a:r>
          </a:p>
          <a:p xmlns:a="http://schemas.openxmlformats.org/drawingml/2006/main">
            <a:r>
              <a:t>\item 不是。$-1\in A$，却没有实数平方根。\par</a:t>
            </a:r>
          </a:p>
          <a:p xmlns:a="http://schemas.openxmlformats.org/drawingml/2006/main">
            <a:r>
              <a:t>即使取 $x=2$，$\sqrt2$ 也不属于 $B=\Z$。</a:t>
            </a:r>
          </a:p>
          <a:p xmlns:a="http://schemas.openxmlformats.org/drawingml/2006/main">
            <a:r>
              <a:t>\item 是。每一个 $x\in[-1,1]$ 都对应唯一的 $0$。</a:t>
            </a:r>
          </a:p>
          <a:p xmlns:a="http://schemas.openxmlformats.org/drawingml/2006/main">
            <a:r>
              <a:t>\end{enumerate}</a:t>
            </a:r>
          </a:p>
          <a:p xmlns:a="http://schemas.openxmlformats.org/drawingml/2006/main">
            <a:r>
              <a:t>\key{每个输入都有输出，输出属于 $B$，而且输出唯一。}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练习二：式子背后的定义域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求下列函数的定义域。</a:t>
            </a:r>
          </a:p>
          <a:p xmlns:a="http://schemas.openxmlformats.org/drawingml/2006/main">
            <a:r>
              <a:t>\begin{enumerate}</a:t>
            </a:r>
          </a:p>
          <a:p xmlns:a="http://schemas.openxmlformats.org/drawingml/2006/main">
            <a:r>
              <a:t>\item $f(x)=3-\dfrac12x$。</a:t>
            </a:r>
          </a:p>
          <a:p xmlns:a="http://schemas.openxmlformats.org/drawingml/2006/main">
            <a:r>
              <a:t>\item $f(x)=\dfrac{(x+1)^0}{\sqrt{x+2}}$。</a:t>
            </a:r>
          </a:p>
          <a:p xmlns:a="http://schemas.openxmlformats.org/drawingml/2006/main">
            <a:r>
              <a:t>\item $f(x)=\dfrac{\sqrt{5-x}}{|x|-3}$。</a:t>
            </a:r>
          </a:p>
          <a:p xmlns:a="http://schemas.openxmlformats.org/drawingml/2006/main">
            <a:r>
              <a:t>\item $f(x)=\dfrac{\sqrt{x+1}}{\sqrt{-x^2-3x+4}}$。</a:t>
            </a:r>
          </a:p>
          <a:p xmlns:a="http://schemas.openxmlformats.org/drawingml/2006/main">
            <a:r>
              <a:t>\end{enumerate}</a:t>
            </a:r>
          </a:p>
          <a:p xmlns:a="http://schemas.openxmlformats.org/drawingml/2006/main">
            <a:r>
              <a:t>\src{《三维设计》第31页典例2。按高中实数运算约定，零次幂的底数不能为0。}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练习二：前两题解析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（1）一次式对任意实数都有意义，定义域为 $\R$。\par\bigskip</a:t>
            </a:r>
          </a:p>
          <a:p xmlns:a="http://schemas.openxmlformats.org/drawingml/2006/main">
            <a:r>
              <a:t>（2）各部分必须同时有意义：</a:t>
            </a:r>
          </a:p>
          <a:p xmlns:a="http://schemas.openxmlformats.org/drawingml/2006/main">
            <a:r>
              <a:t>\[\begin{cases}x+1\ne0,\\x+2&gt;0.\end{cases}\]</a:t>
            </a:r>
          </a:p>
          <a:p xmlns:a="http://schemas.openxmlformats.org/drawingml/2006/main">
            <a:r>
              <a:t>因此 $x&gt;-2$ 且 $x\ne-1$，定义域为</a:t>
            </a:r>
          </a:p>
          <a:p xmlns:a="http://schemas.openxmlformats.org/drawingml/2006/main">
            <a:r>
              <a:t>\[\boxed{(-2,-1)\cup(-1,+\infty).}\]</a:t>
            </a:r>
          </a:p>
          <a:p xmlns:a="http://schemas.openxmlformats.org/drawingml/2006/main">
            <a:r>
              <a:t>\key{根式在分母上，要求被开方数严格大于 $0$。\par</a:t>
            </a:r>
          </a:p>
          <a:p xmlns:a="http://schemas.openxmlformats.org/drawingml/2006/main">
            <a:r>
              <a:t>$(x+1)^0$ 化为 $1$ 前，必须保留 $x\ne-1$。}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练习二：后两题解析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（3）$5-x\ge0$ 且 $|x|-3\ne0$，所以</a:t>
            </a:r>
          </a:p>
          <a:p xmlns:a="http://schemas.openxmlformats.org/drawingml/2006/main">
            <a:r>
              <a:t>\[\boxed{(-\infty,-3)\cup(-3,3)\cup(3,5].}\]</a:t>
            </a:r>
          </a:p>
          <a:p xmlns:a="http://schemas.openxmlformats.org/drawingml/2006/main">
            <a:r>
              <a:t>（4）$x+1\ge0$ 且 $-x^2-3x+4&gt;0$。</a:t>
            </a:r>
          </a:p>
          <a:p xmlns:a="http://schemas.openxmlformats.org/drawingml/2006/main">
            <a:r>
              <a:t>\[-x^2-3x+4=(1-x)(x+4)&gt;0\ \Longleftrightarrow\ -4&lt;x&lt;1.\]</a:t>
            </a:r>
          </a:p>
          <a:p xmlns:a="http://schemas.openxmlformats.org/drawingml/2006/main">
            <a:r>
              <a:t>与 $x\ge-1$ 取交集，定义域为</a:t>
            </a:r>
          </a:p>
          <a:p xmlns:a="http://schemas.openxmlformats.org/drawingml/2006/main">
            <a:r>
              <a:t>\[\boxed{[-1,1).}\]</a:t>
            </a:r>
          </a:p>
          <a:p xmlns:a="http://schemas.openxmlformats.org/drawingml/2006/main">
            <a:r>
              <a:t>\src{端点检查：第（3）题可取5，第（4）题可取-1，但不能取1。}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练习三：函数值的计算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已知</a:t>
            </a:r>
          </a:p>
          <a:p xmlns:a="http://schemas.openxmlformats.org/drawingml/2006/main">
            <a:r>
              <a:t>\[f(x)=\frac1{1+x}\quad(x\ne-1),\qquad g(x)=x^2+2\quad(x\in\R).\]</a:t>
            </a:r>
          </a:p>
          <a:p xmlns:a="http://schemas.openxmlformats.org/drawingml/2006/main">
            <a:r>
              <a:t>（1）求 $f(2)$、$g(2)$。\par</a:t>
            </a:r>
          </a:p>
          <a:p xmlns:a="http://schemas.openxmlformats.org/drawingml/2006/main">
            <a:r>
              <a:t>（2）求 $f(g(2))$。\par</a:t>
            </a:r>
          </a:p>
          <a:p xmlns:a="http://schemas.openxmlformats.org/drawingml/2006/main">
            <a:r>
              <a:t>（3）$f(g(2))$ 与 $f(2)g(2)$ 相等吗？</a:t>
            </a:r>
          </a:p>
          <a:p xmlns:a="http://schemas.openxmlformats.org/drawingml/2006/main">
            <a:r>
              <a:t>\src{《三维设计》第32页典例3，第（3）问为自编追问。}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练习三：把整个输入代入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\[f(2)=\frac13,\qquad g(2)=2^2+2=6.\]</a:t>
            </a:r>
          </a:p>
          <a:p xmlns:a="http://schemas.openxmlformats.org/drawingml/2006/main">
            <a:r>
              <a:t>先求里面的 $g(2)$，再将结果作为 $f$ 的输入：</a:t>
            </a:r>
          </a:p>
          <a:p xmlns:a="http://schemas.openxmlformats.org/drawingml/2006/main">
            <a:r>
              <a:t>\[f(g(2))=f(6)=\boxed{\frac17}.\]</a:t>
            </a:r>
          </a:p>
          <a:p xmlns:a="http://schemas.openxmlformats.org/drawingml/2006/main">
            <a:r>
              <a:t>而</a:t>
            </a:r>
          </a:p>
          <a:p xmlns:a="http://schemas.openxmlformats.org/drawingml/2006/main">
            <a:r>
              <a:t>\[f(2)g(2)=\frac13\times6=2.\]</a:t>
            </a:r>
          </a:p>
          <a:p xmlns:a="http://schemas.openxmlformats.org/drawingml/2006/main">
            <a:r>
              <a:t>\key{$f(g(2))$ 表示把 $g(2)$ 代入 $f$，不是两个函数值相乘。}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练习四：同一个函数吗？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未单独给出定义域时，取使解析式有意义的实数全体。</a:t>
            </a:r>
          </a:p>
          <a:p xmlns:a="http://schemas.openxmlformats.org/drawingml/2006/main">
            <a:r>
              <a:t>\begin{enumerate}</a:t>
            </a:r>
          </a:p>
          <a:p xmlns:a="http://schemas.openxmlformats.org/drawingml/2006/main">
            <a:r>
              <a:t>\item $f(x)=x,\qquad g(x)=\dfrac{x^2}{x}$。</a:t>
            </a:r>
          </a:p>
          <a:p xmlns:a="http://schemas.openxmlformats.org/drawingml/2006/main">
            <a:r>
              <a:t>\item $f(x)=\sqrt{x^2},\qquad g(x)=x$。</a:t>
            </a:r>
          </a:p>
          <a:p xmlns:a="http://schemas.openxmlformats.org/drawingml/2006/main">
            <a:r>
              <a:t>\item $f(x)=\sqrt{1+x}\sqrt{1-x},\quad g(x)=\sqrt{1-x^2}$。</a:t>
            </a:r>
          </a:p>
          <a:p xmlns:a="http://schemas.openxmlformats.org/drawingml/2006/main">
            <a:r>
              <a:t>\item $f(x)=\dfrac{x}{x},\qquad g(x)=x^0$。</a:t>
            </a:r>
          </a:p>
          <a:p xmlns:a="http://schemas.openxmlformats.org/drawingml/2006/main">
            <a:r>
              <a:t>\end{enumerate}</a:t>
            </a:r>
          </a:p>
          <a:p xmlns:a="http://schemas.openxmlformats.org/drawingml/2006/main">
            <a:r>
              <a:t>\src{（1）教材第60页改编；（2）—（4）据《三维设计》第32页选编。}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练习四：先看定义域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\begin{enumerate}</a:t>
            </a:r>
          </a:p>
          <a:p xmlns:a="http://schemas.openxmlformats.org/drawingml/2006/main">
            <a:r>
              <a:t>\item 不同。定义域分别为 $\R$、$\R\setminus\{0\}$。</a:t>
            </a:r>
          </a:p>
          <a:p xmlns:a="http://schemas.openxmlformats.org/drawingml/2006/main">
            <a:r>
              <a:t>\item 不同。定义域都是 $\R$，但 $\sqrt{x^2}=|x|$。\par</a:t>
            </a:r>
          </a:p>
          <a:p xmlns:a="http://schemas.openxmlformats.org/drawingml/2006/main">
            <a:r>
              <a:t>例如 $x=-1$ 时，两个函数值分别为 $1$ 与 $-1$。</a:t>
            </a:r>
          </a:p>
          <a:p xmlns:a="http://schemas.openxmlformats.org/drawingml/2006/main">
            <a:r>
              <a:t>\item 相同。定义域都为 $[-1,1]$，且在此区间内\par</a:t>
            </a:r>
          </a:p>
          <a:p xmlns:a="http://schemas.openxmlformats.org/drawingml/2006/main">
            <a:r>
              <a:t>$\sqrt{1+x}\sqrt{1-x}=\sqrt{1-x^2}$。</a:t>
            </a:r>
          </a:p>
          <a:p xmlns:a="http://schemas.openxmlformats.org/drawingml/2006/main">
            <a:r>
              <a:t>\item 相同。定义域都为 $\R\setminus\{0\}$，函数值都为 $1$。</a:t>
            </a:r>
          </a:p>
          <a:p xmlns:a="http://schemas.openxmlformats.org/drawingml/2006/main">
            <a:r>
              <a:t>\end{enumerate}</a:t>
            </a:r>
          </a:p>
          <a:p xmlns:a="http://schemas.openxmlformats.org/drawingml/2006/main">
            <a:r>
              <a:t>\key{按本课高中教材口径：定义域相同，对应关系相同。}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回到开课时的问题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正方形周长 $l=4x\ (x&gt;0)$ 与 $y=4x\ (x\in\R)$：\par</a:t>
            </a:r>
          </a:p>
          <a:p xmlns:a="http://schemas.openxmlformats.org/drawingml/2006/main">
            <a:r>
              <a:t>\alert{不同}，因为定义域不同。\par\bigskip</a:t>
            </a:r>
          </a:p>
          <a:p xmlns:a="http://schemas.openxmlformats.org/drawingml/2006/main">
            <a:r>
              <a:t>$y=x$ 与 $y=\dfrac{x^2}{x}$：\par</a:t>
            </a:r>
          </a:p>
          <a:p xmlns:a="http://schemas.openxmlformats.org/drawingml/2006/main">
            <a:r>
              <a:t>\alert{不同}，约分不会把被排除的 $0$ 补回来。</a:t>
            </a:r>
          </a:p>
          <a:p xmlns:a="http://schemas.openxmlformats.org/drawingml/2006/main">
            <a:r>
              <a:t>\key{函数由定义域与对应关系确定。\par</a:t>
            </a:r>
          </a:p>
          <a:p xmlns:a="http://schemas.openxmlformats.org/drawingml/2006/main">
            <a:r>
              <a:t>值域由定义域和对应关系共同决定。}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课堂检测：独立完成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（1）$A=\{-1,0,1\}$，$B=\{0,1,2\}$，$f(x)=x^2$。\par</a:t>
            </a:r>
          </a:p>
          <a:p xmlns:a="http://schemas.openxmlformats.org/drawingml/2006/main">
            <a:r>
              <a:t>写出定义域、值域和 $f(-1)$。\par\medskip</a:t>
            </a:r>
          </a:p>
          <a:p xmlns:a="http://schemas.openxmlformats.org/drawingml/2006/main">
            <a:r>
              <a:t>（2）求 $h(x)=\dfrac1x+\sqrt{1-x}$ 的定义域。\par\medskip</a:t>
            </a:r>
          </a:p>
          <a:p xmlns:a="http://schemas.openxmlformats.org/drawingml/2006/main">
            <a:r>
              <a:t>（3）$p(x)=\dfrac{(x+3)(x-5)}{x+3}$ 与 $q(x)=x-5$\par</a:t>
            </a:r>
          </a:p>
          <a:p xmlns:a="http://schemas.openxmlformats.org/drawingml/2006/main">
            <a:r>
              <a:t>是否为同一个函数？说明理由。</a:t>
            </a:r>
          </a:p>
          <a:p xmlns:a="http://schemas.openxmlformats.org/drawingml/2006/main">
            <a:r>
              <a:t>\src{（1）自编；（2）（3）选自《三维设计》第32页对点练清。}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课堂检测：核对与订正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（1）定义域 $\{-1,0,1\}$，值域 $\{0,1\}$，$f(-1)=1$。\par\bigskip</a:t>
            </a:r>
          </a:p>
          <a:p xmlns:a="http://schemas.openxmlformats.org/drawingml/2006/main">
            <a:r>
              <a:t>（2）$x\ne0$ 且 $1-x\ge0$，所以定义域为</a:t>
            </a:r>
          </a:p>
          <a:p xmlns:a="http://schemas.openxmlformats.org/drawingml/2006/main">
            <a:r>
              <a:t>\[\boxed{(-\infty,0)\cup(0,1].}\]</a:t>
            </a:r>
          </a:p>
          <a:p xmlns:a="http://schemas.openxmlformats.org/drawingml/2006/main">
            <a:r>
              <a:t>（3）不同。$p$ 的定义域是 $\R\setminus\{-3\}$，\par</a:t>
            </a:r>
          </a:p>
          <a:p xmlns:a="http://schemas.openxmlformats.org/drawingml/2006/main">
            <a:r>
              <a:t>$q$ 的定义域是 $\R$。</a:t>
            </a:r>
          </a:p>
          <a:p xmlns:a="http://schemas.openxmlformats.org/drawingml/2006/main">
            <a:r>
              <a:t>\key{订正时写出漏掉的条件，不能只改最后的答案。}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本课小结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\begin{itemize}</a:t>
            </a:r>
          </a:p>
          <a:p xmlns:a="http://schemas.openxmlformats.org/drawingml/2006/main">
            <a:r>
              <a:t>\item 函数刻画两个非空实数集之间的确定对应。</a:t>
            </a:r>
          </a:p>
          <a:p xmlns:a="http://schemas.openxmlformats.org/drawingml/2006/main">
            <a:r>
              <a:t>\item 定义域中每个输入，都有唯一确定的输出。</a:t>
            </a:r>
          </a:p>
          <a:p xmlns:a="http://schemas.openxmlformats.org/drawingml/2006/main">
            <a:r>
              <a:t>\item 定义域是允许的全部输入，值域是实际的全部输出。</a:t>
            </a:r>
          </a:p>
          <a:p xmlns:a="http://schemas.openxmlformats.org/drawingml/2006/main">
            <a:r>
              <a:t>\item 判断相同函数，先比较定义域，再比较对应关系。</a:t>
            </a:r>
          </a:p>
          <a:p xmlns:a="http://schemas.openxmlformats.org/drawingml/2006/main">
            <a:r>
              <a:t>\end{itemize}</a:t>
            </a:r>
          </a:p>
          <a:p xmlns:a="http://schemas.openxmlformats.org/drawingml/2006/main">
            <a:r>
              <a:t>\bigskip</a:t>
            </a:r>
          </a:p>
          <a:p xmlns:a="http://schemas.openxmlformats.org/drawingml/2006/main">
            <a:r>
              <a:t>离堂表达：请用一句话解释“任意一个”和“唯一确定”，\par</a:t>
            </a:r>
          </a:p>
          <a:p xmlns:a="http://schemas.openxmlformats.org/drawingml/2006/main">
            <a:r>
              <a:t>并举出一个允许“多对一”的函数。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拓展练习：巩固与迁移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（1）求 $y=\dfrac{\sqrt{x+2}}{\sqrt{6-2x}-1}$ 的定义域。\par\medskip</a:t>
            </a:r>
          </a:p>
          <a:p xmlns:a="http://schemas.openxmlformats.org/drawingml/2006/main">
            <a:r>
              <a:t>（2）已知 $f(x)=x^3+2x+3$，求\par</a:t>
            </a:r>
          </a:p>
          <a:p xmlns:a="http://schemas.openxmlformats.org/drawingml/2006/main">
            <a:r>
              <a:t>\quad $f(1)$、$f(t)$、$f(2a-1)$、$f(f(-1))$。\par\medskip</a:t>
            </a:r>
          </a:p>
          <a:p xmlns:a="http://schemas.openxmlformats.org/drawingml/2006/main">
            <a:r>
              <a:t>（3）判断 $y=\sqrt{x+2}\sqrt{x-2}$ 与 $y=\sqrt{x^2-4}$\par</a:t>
            </a:r>
          </a:p>
          <a:p xmlns:a="http://schemas.openxmlformats.org/drawingml/2006/main">
            <a:r>
              <a:t>是否为同一个函数，说明理由。</a:t>
            </a:r>
          </a:p>
          <a:p xmlns:a="http://schemas.openxmlformats.org/drawingml/2006/main">
            <a:r>
              <a:t>\src{《三维设计》第32页对点练清第2、3题及典例4选项A。可作课后练习。}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拓展解析：分母有根式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对 $y=\dfrac{\sqrt{x+2}}{\sqrt{6-2x}-1}$，必须同时满足</a:t>
            </a:r>
          </a:p>
          <a:p xmlns:a="http://schemas.openxmlformats.org/drawingml/2006/main">
            <a:r>
              <a:t>\[\begin{cases}x+2\ge0,\\6-2x\ge0,\\\sqrt{6-2x}\ne1.\end{cases}\]</a:t>
            </a:r>
          </a:p>
          <a:p xmlns:a="http://schemas.openxmlformats.org/drawingml/2006/main">
            <a:r>
              <a:t>前两条给出 $-2\le x\le3$，第三条排除 $x=\dfrac52$。</a:t>
            </a:r>
          </a:p>
          <a:p xmlns:a="http://schemas.openxmlformats.org/drawingml/2006/main">
            <a:r>
              <a:t>\[\boxed{\left[-2,\frac52\right)\cup\left(\frac52,3\right].}\]</a:t>
            </a:r>
          </a:p>
          <a:p xmlns:a="http://schemas.openxmlformats.org/drawingml/2006/main">
            <a:r>
              <a:t>\key{$x=3$ 时分母是 $-1$，可以取到这个端点。}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拓展解析：代入与比较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可编辑正文（LaTeX）：</a:t>
            </a:r>
          </a:p>
          <a:p xmlns:a="http://schemas.openxmlformats.org/drawingml/2006/main">
            <a:r>
              <a:t>（2）逐次代入可得</a:t>
            </a:r>
          </a:p>
          <a:p xmlns:a="http://schemas.openxmlformats.org/drawingml/2006/main">
            <a:r>
              <a:t>\[f(1)=6,\qquad f(t)=t^3+2t+3,\]</a:t>
            </a:r>
          </a:p>
          <a:p xmlns:a="http://schemas.openxmlformats.org/drawingml/2006/main">
            <a:r>
              <a:t>\[f(2a-1)=(2a-1)^3+2(2a-1)+3=8a^3-12a^2+10a,\]</a:t>
            </a:r>
          </a:p>
          <a:p xmlns:a="http://schemas.openxmlformats.org/drawingml/2006/main">
            <a:r>
              <a:t>\[f(-1)=0,\qquad f(f(-1))=f(0)=3.\]</a:t>
            </a:r>
          </a:p>
          <a:p xmlns:a="http://schemas.openxmlformats.org/drawingml/2006/main">
            <a:r>
              <a:t>（3）第一个函数的定义域为 $[2,+\infty)$。\par</a:t>
            </a:r>
          </a:p>
          <a:p xmlns:a="http://schemas.openxmlformats.org/drawingml/2006/main">
            <a:r>
              <a:t>第二个函数的定义域为 $(-\infty,-2]\cup[2,+\infty)$。\par</a:t>
            </a:r>
          </a:p>
          <a:p xmlns:a="http://schemas.openxmlformats.org/drawingml/2006/main">
            <a:r>
              <a:t>定义域不同，所以不是同一个函数。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函数的概念。配套可编辑文件：函数的概念.tex。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2ebf711f8d4e4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8ace4a76c1492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a5c24ba9bd4d0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2ecadaac8442e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8e9f2ee2954ab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f8a6c6023f451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DD3ECE5-FD21-4BFD-81F1-7D069DBD43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7D9B92E-76F9-4EB5-A42C-E2AF8845847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2FB1596-C2C3-4403-91AE-D07DD2462D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1963F1F-40BD-4290-9D6F-D754A1AD1F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0B3AA0C-2BD4-4821-A91A-838A209CE1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D2B75FC-146E-4215-8690-37E2E63A33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CA1C6C0-7922-47D7-BF88-4C3489E09C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4A1A60B-DB16-4B22-ACB0-81914AB2969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B74608-F639-417C-BF4E-B6B081D7C8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D7C2619-598A-4DFD-B4EB-A6554A4BA8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27422ee93ec4dc2" /><Relationship Type="http://schemas.openxmlformats.org/officeDocument/2006/relationships/slideLayout" Target="/ppt/slideLayouts/slideLayout1.xml" Id="R049f931c9c5240fd" /><Relationship Type="http://schemas.openxmlformats.org/officeDocument/2006/relationships/slideLayout" Target="/ppt/slideLayouts/slideLayout2.xml" Id="R78507213079f43bc" /><Relationship Type="http://schemas.openxmlformats.org/officeDocument/2006/relationships/slideLayout" Target="/ppt/slideLayouts/slideLayout3.xml" Id="R80d83dcf350546a1" /><Relationship Type="http://schemas.openxmlformats.org/officeDocument/2006/relationships/slideLayout" Target="/ppt/slideLayouts/slideLayout4.xml" Id="R9008def481ac4bf1" /><Relationship Type="http://schemas.openxmlformats.org/officeDocument/2006/relationships/slideLayout" Target="/ppt/slideLayouts/slideLayout5.xml" Id="R24224142c2bd42d9" /><Relationship Type="http://schemas.openxmlformats.org/officeDocument/2006/relationships/slideLayout" Target="/ppt/slideLayouts/slideLayout6.xml" Id="R0920aac3ec564c0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9f931c9c5240fd"/>
    <p:sldLayoutId xmlns:r="http://schemas.openxmlformats.org/officeDocument/2006/relationships" id="2147483650" r:id="R78507213079f43bc"/>
    <p:sldLayoutId xmlns:r="http://schemas.openxmlformats.org/officeDocument/2006/relationships" id="2147483651" r:id="R80d83dcf350546a1"/>
    <p:sldLayoutId xmlns:r="http://schemas.openxmlformats.org/officeDocument/2006/relationships" id="2147483652" r:id="R9008def481ac4bf1"/>
    <p:sldLayoutId xmlns:r="http://schemas.openxmlformats.org/officeDocument/2006/relationships" id="2147483653" r:id="R24224142c2bd42d9"/>
    <p:sldLayoutId xmlns:r="http://schemas.openxmlformats.org/officeDocument/2006/relationships" id="2147483654" r:id="R0920aac3ec564c0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ba411f059748f7" /><Relationship Type="http://schemas.openxmlformats.org/officeDocument/2006/relationships/image" Target="/ppt/media/image.png" Id="Rd57ffc0dc5164700" /><Relationship Type="http://schemas.openxmlformats.org/officeDocument/2006/relationships/notesSlide" Target="/ppt/notesSlides/notesSlide1.xml" Id="R1c0386021c7b47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e45075f6524bd4" /><Relationship Type="http://schemas.openxmlformats.org/officeDocument/2006/relationships/image" Target="/ppt/media/image2.png" Id="R2c1839c21a3f45df" /><Relationship Type="http://schemas.openxmlformats.org/officeDocument/2006/relationships/notesSlide" Target="/ppt/notesSlides/notesSlide2.xml" Id="Rfd80d7fdf54940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47b6bb915a4500" /><Relationship Type="http://schemas.openxmlformats.org/officeDocument/2006/relationships/image" Target="/ppt/media/image3.png" Id="R28f082d39d874154" /><Relationship Type="http://schemas.openxmlformats.org/officeDocument/2006/relationships/notesSlide" Target="/ppt/notesSlides/notesSlide3.xml" Id="Rd0528776458542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15d63d68c2441b" /><Relationship Type="http://schemas.openxmlformats.org/officeDocument/2006/relationships/image" Target="/ppt/media/image4.png" Id="Rbcd25fdaf34542f8" /><Relationship Type="http://schemas.openxmlformats.org/officeDocument/2006/relationships/notesSlide" Target="/ppt/notesSlides/notesSlide4.xml" Id="Ra6c04b3acd26423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ade51e01ce41d8" /><Relationship Type="http://schemas.openxmlformats.org/officeDocument/2006/relationships/image" Target="/ppt/media/image5.png" Id="R510f9d6e23494dc3" /><Relationship Type="http://schemas.openxmlformats.org/officeDocument/2006/relationships/notesSlide" Target="/ppt/notesSlides/notesSlide5.xml" Id="Rebb45347405e49e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6c24d0daf140bb" /><Relationship Type="http://schemas.openxmlformats.org/officeDocument/2006/relationships/image" Target="/ppt/media/image6.png" Id="R64dcb4b4a29144d3" /><Relationship Type="http://schemas.openxmlformats.org/officeDocument/2006/relationships/notesSlide" Target="/ppt/notesSlides/notesSlide6.xml" Id="Re6c8e3f542de45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6cd77ea37f4a4d" /><Relationship Type="http://schemas.openxmlformats.org/officeDocument/2006/relationships/image" Target="/ppt/media/image7.png" Id="R608b753ad28940b5" /><Relationship Type="http://schemas.openxmlformats.org/officeDocument/2006/relationships/notesSlide" Target="/ppt/notesSlides/notesSlide7.xml" Id="R5d177d9cfede40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69358eef144375" /><Relationship Type="http://schemas.openxmlformats.org/officeDocument/2006/relationships/image" Target="/ppt/media/image8.png" Id="Rcfac36d1c90b4fce" /><Relationship Type="http://schemas.openxmlformats.org/officeDocument/2006/relationships/notesSlide" Target="/ppt/notesSlides/notesSlide8.xml" Id="R6a8caa4745da49c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d065fbcfb44ad9" /><Relationship Type="http://schemas.openxmlformats.org/officeDocument/2006/relationships/image" Target="/ppt/media/image9.png" Id="R67e33cc92d2d447f" /><Relationship Type="http://schemas.openxmlformats.org/officeDocument/2006/relationships/notesSlide" Target="/ppt/notesSlides/notesSlide9.xml" Id="R06c0285d057c480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7f2373fdf649dc" /><Relationship Type="http://schemas.openxmlformats.org/officeDocument/2006/relationships/image" Target="/ppt/media/image10.png" Id="Rfe9d40a1882b4f31" /><Relationship Type="http://schemas.openxmlformats.org/officeDocument/2006/relationships/notesSlide" Target="/ppt/notesSlides/notesSlide10.xml" Id="Rddd3564bfe11499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405e2a33334b79" /><Relationship Type="http://schemas.openxmlformats.org/officeDocument/2006/relationships/image" Target="/ppt/media/image11.png" Id="R69d5089aaff04311" /><Relationship Type="http://schemas.openxmlformats.org/officeDocument/2006/relationships/notesSlide" Target="/ppt/notesSlides/notesSlide11.xml" Id="Rcf165601948b4ac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62bfb8d3424a29" /><Relationship Type="http://schemas.openxmlformats.org/officeDocument/2006/relationships/image" Target="/ppt/media/image12.png" Id="R07e77329dd0242b1" /><Relationship Type="http://schemas.openxmlformats.org/officeDocument/2006/relationships/notesSlide" Target="/ppt/notesSlides/notesSlide12.xml" Id="R83246ad34691458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dd869793064212" /><Relationship Type="http://schemas.openxmlformats.org/officeDocument/2006/relationships/image" Target="/ppt/media/image13.png" Id="R301e55da00d742d7" /><Relationship Type="http://schemas.openxmlformats.org/officeDocument/2006/relationships/notesSlide" Target="/ppt/notesSlides/notesSlide13.xml" Id="Rd9a794c1ba7a4c0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bf71b496da4f92" /><Relationship Type="http://schemas.openxmlformats.org/officeDocument/2006/relationships/image" Target="/ppt/media/image14.png" Id="R302f65e676c94cb5" /><Relationship Type="http://schemas.openxmlformats.org/officeDocument/2006/relationships/notesSlide" Target="/ppt/notesSlides/notesSlide14.xml" Id="R5ba279c5da164ff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a53b2b7c9a4f3d" /><Relationship Type="http://schemas.openxmlformats.org/officeDocument/2006/relationships/image" Target="/ppt/media/image15.png" Id="Ra543ecad092b4e63" /><Relationship Type="http://schemas.openxmlformats.org/officeDocument/2006/relationships/notesSlide" Target="/ppt/notesSlides/notesSlide15.xml" Id="Rac052cd6a52a428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9e4edb67d1495e" /><Relationship Type="http://schemas.openxmlformats.org/officeDocument/2006/relationships/image" Target="/ppt/media/image16.png" Id="R9111261e747a486c" /><Relationship Type="http://schemas.openxmlformats.org/officeDocument/2006/relationships/notesSlide" Target="/ppt/notesSlides/notesSlide16.xml" Id="Rcaad4ed4a3554e6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8a4455b3494ec0" /><Relationship Type="http://schemas.openxmlformats.org/officeDocument/2006/relationships/image" Target="/ppt/media/image17.png" Id="R2d556d54b9b1419a" /><Relationship Type="http://schemas.openxmlformats.org/officeDocument/2006/relationships/notesSlide" Target="/ppt/notesSlides/notesSlide17.xml" Id="Rad96593afa6c471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dbd8ba92784ab8" /><Relationship Type="http://schemas.openxmlformats.org/officeDocument/2006/relationships/image" Target="/ppt/media/image18.png" Id="Rc07067b5fc784b04" /><Relationship Type="http://schemas.openxmlformats.org/officeDocument/2006/relationships/notesSlide" Target="/ppt/notesSlides/notesSlide18.xml" Id="Rd50017c5b715410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d007910317424a" /><Relationship Type="http://schemas.openxmlformats.org/officeDocument/2006/relationships/image" Target="/ppt/media/image19.png" Id="R67e6507bf97f4718" /><Relationship Type="http://schemas.openxmlformats.org/officeDocument/2006/relationships/notesSlide" Target="/ppt/notesSlides/notesSlide19.xml" Id="R29eb45fc0374473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2425c987684481" /><Relationship Type="http://schemas.openxmlformats.org/officeDocument/2006/relationships/image" Target="/ppt/media/image20.png" Id="Re13cab9545f64347" /><Relationship Type="http://schemas.openxmlformats.org/officeDocument/2006/relationships/notesSlide" Target="/ppt/notesSlides/notesSlide20.xml" Id="Rb6d70d9b087c459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2f05dac8f74172" /><Relationship Type="http://schemas.openxmlformats.org/officeDocument/2006/relationships/image" Target="/ppt/media/image21.png" Id="R9e420e9e325d4756" /><Relationship Type="http://schemas.openxmlformats.org/officeDocument/2006/relationships/notesSlide" Target="/ppt/notesSlides/notesSlide21.xml" Id="Rd947c3ab8bc1405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068ac5fac84226" /><Relationship Type="http://schemas.openxmlformats.org/officeDocument/2006/relationships/image" Target="/ppt/media/image22.png" Id="R256b5d8fbe6243d9" /><Relationship Type="http://schemas.openxmlformats.org/officeDocument/2006/relationships/notesSlide" Target="/ppt/notesSlides/notesSlide22.xml" Id="Rb230523af96a48a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3901728e274d86" /><Relationship Type="http://schemas.openxmlformats.org/officeDocument/2006/relationships/image" Target="/ppt/media/image23.png" Id="R7ef4892988d44fea" /><Relationship Type="http://schemas.openxmlformats.org/officeDocument/2006/relationships/notesSlide" Target="/ppt/notesSlides/notesSlide23.xml" Id="Re63cda432d2d437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a40e530db6492d" /><Relationship Type="http://schemas.openxmlformats.org/officeDocument/2006/relationships/image" Target="/ppt/media/image24.png" Id="Rb8738eda3a154518" /><Relationship Type="http://schemas.openxmlformats.org/officeDocument/2006/relationships/notesSlide" Target="/ppt/notesSlides/notesSlide24.xml" Id="R0791e62ea9c24c7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698574331f4ff9" /><Relationship Type="http://schemas.openxmlformats.org/officeDocument/2006/relationships/image" Target="/ppt/media/image25.png" Id="R1e3b20fa31a44a28" /><Relationship Type="http://schemas.openxmlformats.org/officeDocument/2006/relationships/notesSlide" Target="/ppt/notesSlides/notesSlide25.xml" Id="R2d100850854e46a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90830654b24651" /><Relationship Type="http://schemas.openxmlformats.org/officeDocument/2006/relationships/image" Target="/ppt/media/image26.png" Id="Ra31f888c90344800" /><Relationship Type="http://schemas.openxmlformats.org/officeDocument/2006/relationships/notesSlide" Target="/ppt/notesSlides/notesSlide26.xml" Id="Ree40d106f59f43c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43663ab4c24e86" /><Relationship Type="http://schemas.openxmlformats.org/officeDocument/2006/relationships/image" Target="/ppt/media/image27.png" Id="R069b672eb1e84e77" /><Relationship Type="http://schemas.openxmlformats.org/officeDocument/2006/relationships/notesSlide" Target="/ppt/notesSlides/notesSlide27.xml" Id="R91814f1acd0f466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e0a02526cf47f0" /><Relationship Type="http://schemas.openxmlformats.org/officeDocument/2006/relationships/image" Target="/ppt/media/image28.png" Id="R8fc1ea9713834867" /><Relationship Type="http://schemas.openxmlformats.org/officeDocument/2006/relationships/notesSlide" Target="/ppt/notesSlides/notesSlide28.xml" Id="R30f59c5ab9ac459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1d881f5a434ffa" /><Relationship Type="http://schemas.openxmlformats.org/officeDocument/2006/relationships/image" Target="/ppt/media/image29.png" Id="R4ead892c5f614541" /><Relationship Type="http://schemas.openxmlformats.org/officeDocument/2006/relationships/notesSlide" Target="/ppt/notesSlides/notesSlide29.xml" Id="Rf9fc37a990294f4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bbf92f19694aee" /><Relationship Type="http://schemas.openxmlformats.org/officeDocument/2006/relationships/image" Target="/ppt/media/image30.png" Id="R075e29307d8a4746" /><Relationship Type="http://schemas.openxmlformats.org/officeDocument/2006/relationships/notesSlide" Target="/ppt/notesSlides/notesSlide30.xml" Id="R721a474b057b4b2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37F2E0-1B81-4772-B920-9FCDEB8C13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7ffc0dc5164700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96422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06F18B-C04B-4489-A7F7-88D01D1DD6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1839c21a3f45df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02343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DBAD94-BB76-4A65-90F3-A94EE2C422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f082d39d874154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37271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5642C2-80F5-4C3D-9CFD-B388AC1D78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d25fdaf34542f8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35036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00200D-E595-4979-81B0-037E7B19B0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f9d6e23494dc3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06884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8C34E8-7174-4787-A54C-7388A3E1D2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dcb4b4a29144d3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12729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3D20AD-E742-4E06-8FB6-FF2B543FC0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b753ad28940b5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34748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B5A07E-8756-482C-8661-4DEBB2430A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ac36d1c90b4fce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349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EFE924-E94E-4314-B6B9-E5E02F071F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e33cc92d2d447f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13158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DB9D8A-80DD-4EFB-86CA-883A920353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9d40a1882b4f31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42343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71FE1D-F16B-4423-A494-395E74B5DF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d5089aaff04311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65287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8BA5C0-B356-485C-B08A-2BD1B1D04C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e77329dd0242b1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90917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87431-B7DA-468F-8D58-8C77D82632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1e55da00d742d7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90116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2C3CCC-7A39-4D15-B01B-A7868E70FA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f65e676c94cb5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23972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CC25A4-F672-469A-B070-05C5DB6EAA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43ecad092b4e63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86752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A7F5F5-B057-4C72-BAEC-49CC62BBD3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11261e747a486c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4246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461FA4-6BDE-4EC4-9D9D-26CEDBF0D8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56d54b9b1419a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00630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266136-335E-44F9-B356-D7F332FCAD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7067b5fc784b04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59747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97E45D-859F-4515-A8F0-8D6D052534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e6507bf97f4718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42971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FC113D-D05E-4917-8A2B-16B24C15D9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3cab9545f64347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96323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A666BC-DF0A-479F-B8A0-571123B784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420e9e325d4756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366898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40A567-B4FD-4A45-941C-BCA4B965E4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6b5d8fbe6243d9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20970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2D1012-2136-47F4-8CAB-023B61F207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f4892988d44fea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69282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7B3A52-28EB-4D75-8D98-31853774D5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738eda3a154518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10485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5B51EA-B10E-4854-BA9E-F6EB621267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3b20fa31a44a28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99432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A1584F-3DF4-492B-8876-318ECCA0D0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1f888c90344800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97459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185D85-4209-416C-8082-F92B96896B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9b672eb1e84e77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432755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C04C73-06E4-4478-86D4-B586E65784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c1ea9713834867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853749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5EC027-DA80-4654-853C-C682C09228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ad892c5f614541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96758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F0E67D-7BB7-42E1-B5CB-B8C7305E2F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5e29307d8a4746"/>
          <a:stretch xmlns:a="http://schemas.openxmlformats.org/drawingml/2006/main"/>
        </p:blipFill>
        <p:spPr>
          <a:xfrm xmlns:a="http://schemas.openxmlformats.org/drawingml/2006/main">
            <a:off x="6766" y="0"/>
            <a:ext cx="12178468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1438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2026-10-09T14:09:12.6490000Z</dcterms:created>
  <dcterms:modified xsi:type="dcterms:W3CDTF">2026-10-09T14:09:12.6490000Z</dcterms:modified>
</coreProperties>
</file>