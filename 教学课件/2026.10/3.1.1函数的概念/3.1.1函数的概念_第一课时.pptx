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0c6e14f0a43ee" /><Relationship Type="http://schemas.openxmlformats.org/officeDocument/2006/relationships/extended-properties" Target="/docProps/app.xml" Id="R457bae57a8fe4c12" /><Relationship Type="http://schemas.openxmlformats.org/officeDocument/2006/relationships/officeDocument" Target="/ppt/presentation.xml" Id="Rde97f945a07e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60faa149c4cde"/>
  </p:sldMasterIdLst>
  <p:notesMasterIdLst>
    <p:notesMasterId xmlns:r="http://schemas.openxmlformats.org/officeDocument/2006/relationships" r:id="R8875c08284ad4246"/>
  </p:notesMasterIdLst>
  <p:sldIdLst>
    <p:sldId xmlns:r="http://schemas.openxmlformats.org/officeDocument/2006/relationships" id="256" r:id="R3c400da1d72c40dd"/>
    <p:sldId xmlns:r="http://schemas.openxmlformats.org/officeDocument/2006/relationships" id="257" r:id="R5fcd04c2c3274d46"/>
    <p:sldId xmlns:r="http://schemas.openxmlformats.org/officeDocument/2006/relationships" id="258" r:id="Rc715fb4559144e5c"/>
    <p:sldId xmlns:r="http://schemas.openxmlformats.org/officeDocument/2006/relationships" id="259" r:id="Rba59cecbf8384745"/>
    <p:sldId xmlns:r="http://schemas.openxmlformats.org/officeDocument/2006/relationships" id="260" r:id="Rd572e5bfa5b54869"/>
    <p:sldId xmlns:r="http://schemas.openxmlformats.org/officeDocument/2006/relationships" id="261" r:id="Rbc42406cb677488f"/>
    <p:sldId xmlns:r="http://schemas.openxmlformats.org/officeDocument/2006/relationships" id="262" r:id="R20d5123dc8264ae6"/>
    <p:sldId xmlns:r="http://schemas.openxmlformats.org/officeDocument/2006/relationships" id="263" r:id="Rd13cd2b87e864212"/>
    <p:sldId xmlns:r="http://schemas.openxmlformats.org/officeDocument/2006/relationships" id="264" r:id="R5392edea765740ef"/>
    <p:sldId xmlns:r="http://schemas.openxmlformats.org/officeDocument/2006/relationships" id="265" r:id="R1017908879624c82"/>
    <p:sldId xmlns:r="http://schemas.openxmlformats.org/officeDocument/2006/relationships" id="266" r:id="R941b30dbfa78418e"/>
    <p:sldId xmlns:r="http://schemas.openxmlformats.org/officeDocument/2006/relationships" id="267" r:id="R2bcb71a2c2fe48aa"/>
    <p:sldId xmlns:r="http://schemas.openxmlformats.org/officeDocument/2006/relationships" id="268" r:id="Rdd273fc891214627"/>
    <p:sldId xmlns:r="http://schemas.openxmlformats.org/officeDocument/2006/relationships" id="269" r:id="R5e037c6a376b498f"/>
    <p:sldId xmlns:r="http://schemas.openxmlformats.org/officeDocument/2006/relationships" id="270" r:id="R332cbfe456174f7a"/>
    <p:sldId xmlns:r="http://schemas.openxmlformats.org/officeDocument/2006/relationships" id="271" r:id="R626b7a6cb3ef490d"/>
    <p:sldId xmlns:r="http://schemas.openxmlformats.org/officeDocument/2006/relationships" id="272" r:id="R9d1299f761f94e3c"/>
    <p:sldId xmlns:r="http://schemas.openxmlformats.org/officeDocument/2006/relationships" id="273" r:id="R3b0b229d22dc4db2"/>
    <p:sldId xmlns:r="http://schemas.openxmlformats.org/officeDocument/2006/relationships" id="274" r:id="R2f795e48caf141f6"/>
    <p:sldId xmlns:r="http://schemas.openxmlformats.org/officeDocument/2006/relationships" id="275" r:id="R4427683ee0764c0b"/>
    <p:sldId xmlns:r="http://schemas.openxmlformats.org/officeDocument/2006/relationships" id="276" r:id="Rdb47770498e94ad7"/>
    <p:sldId xmlns:r="http://schemas.openxmlformats.org/officeDocument/2006/relationships" id="277" r:id="R7a937a115702424d"/>
    <p:sldId xmlns:r="http://schemas.openxmlformats.org/officeDocument/2006/relationships" id="278" r:id="R4bb98f2a8ed84690"/>
    <p:sldId xmlns:r="http://schemas.openxmlformats.org/officeDocument/2006/relationships" id="279" r:id="R7bdfe275faaa4d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14beb5a88486b" /><Relationship Type="http://schemas.openxmlformats.org/officeDocument/2006/relationships/slideMaster" Target="/ppt/slideMasters/slideMaster1.xml" Id="Rf1660faa149c4cde" /><Relationship Type="http://schemas.openxmlformats.org/officeDocument/2006/relationships/notesMaster" Target="/ppt/notesMasters/notesMaster1.xml" Id="R8875c08284ad4246" /><Relationship Type="http://schemas.openxmlformats.org/officeDocument/2006/relationships/presProps" Target="/ppt/presProps.xml" Id="R0e4efad5963748da" /><Relationship Type="http://schemas.openxmlformats.org/officeDocument/2006/relationships/tableStyles" Target="/ppt/tableStyles.xml" Id="Rbf1d9b43ce2d421e" /><Relationship Type="http://schemas.openxmlformats.org/officeDocument/2006/relationships/slide" Target="/ppt/slides/slide1.xml" Id="R3c400da1d72c40dd" /><Relationship Type="http://schemas.openxmlformats.org/officeDocument/2006/relationships/slide" Target="/ppt/slides/slide2.xml" Id="R5fcd04c2c3274d46" /><Relationship Type="http://schemas.openxmlformats.org/officeDocument/2006/relationships/slide" Target="/ppt/slides/slide3.xml" Id="Rc715fb4559144e5c" /><Relationship Type="http://schemas.openxmlformats.org/officeDocument/2006/relationships/slide" Target="/ppt/slides/slide4.xml" Id="Rba59cecbf8384745" /><Relationship Type="http://schemas.openxmlformats.org/officeDocument/2006/relationships/slide" Target="/ppt/slides/slide5.xml" Id="Rd572e5bfa5b54869" /><Relationship Type="http://schemas.openxmlformats.org/officeDocument/2006/relationships/slide" Target="/ppt/slides/slide6.xml" Id="Rbc42406cb677488f" /><Relationship Type="http://schemas.openxmlformats.org/officeDocument/2006/relationships/slide" Target="/ppt/slides/slide7.xml" Id="R20d5123dc8264ae6" /><Relationship Type="http://schemas.openxmlformats.org/officeDocument/2006/relationships/slide" Target="/ppt/slides/slide8.xml" Id="Rd13cd2b87e864212" /><Relationship Type="http://schemas.openxmlformats.org/officeDocument/2006/relationships/slide" Target="/ppt/slides/slide9.xml" Id="R5392edea765740ef" /><Relationship Type="http://schemas.openxmlformats.org/officeDocument/2006/relationships/slide" Target="/ppt/slides/slide10.xml" Id="R1017908879624c82" /><Relationship Type="http://schemas.openxmlformats.org/officeDocument/2006/relationships/slide" Target="/ppt/slides/slide11.xml" Id="R941b30dbfa78418e" /><Relationship Type="http://schemas.openxmlformats.org/officeDocument/2006/relationships/slide" Target="/ppt/slides/slide12.xml" Id="R2bcb71a2c2fe48aa" /><Relationship Type="http://schemas.openxmlformats.org/officeDocument/2006/relationships/slide" Target="/ppt/slides/slide13.xml" Id="Rdd273fc891214627" /><Relationship Type="http://schemas.openxmlformats.org/officeDocument/2006/relationships/slide" Target="/ppt/slides/slide14.xml" Id="R5e037c6a376b498f" /><Relationship Type="http://schemas.openxmlformats.org/officeDocument/2006/relationships/slide" Target="/ppt/slides/slide15.xml" Id="R332cbfe456174f7a" /><Relationship Type="http://schemas.openxmlformats.org/officeDocument/2006/relationships/slide" Target="/ppt/slides/slide16.xml" Id="R626b7a6cb3ef490d" /><Relationship Type="http://schemas.openxmlformats.org/officeDocument/2006/relationships/slide" Target="/ppt/slides/slide17.xml" Id="R9d1299f761f94e3c" /><Relationship Type="http://schemas.openxmlformats.org/officeDocument/2006/relationships/slide" Target="/ppt/slides/slide18.xml" Id="R3b0b229d22dc4db2" /><Relationship Type="http://schemas.openxmlformats.org/officeDocument/2006/relationships/slide" Target="/ppt/slides/slide19.xml" Id="R2f795e48caf141f6" /><Relationship Type="http://schemas.openxmlformats.org/officeDocument/2006/relationships/slide" Target="/ppt/slides/slide20.xml" Id="R4427683ee0764c0b" /><Relationship Type="http://schemas.openxmlformats.org/officeDocument/2006/relationships/slide" Target="/ppt/slides/slide21.xml" Id="Rdb47770498e94ad7" /><Relationship Type="http://schemas.openxmlformats.org/officeDocument/2006/relationships/slide" Target="/ppt/slides/slide22.xml" Id="R7a937a115702424d" /><Relationship Type="http://schemas.openxmlformats.org/officeDocument/2006/relationships/slide" Target="/ppt/slides/slide23.xml" Id="R4bb98f2a8ed84690" /><Relationship Type="http://schemas.openxmlformats.org/officeDocument/2006/relationships/slide" Target="/ppt/slides/slide24.xml" Id="R7bdfe275faaa4d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1e9629a317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35729cd3914c85" /><Relationship Type="http://schemas.openxmlformats.org/officeDocument/2006/relationships/notesMaster" Target="/ppt/notesMasters/notesMaster1.xml" Id="Red83e7f5753347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a8d9277fda4300" /><Relationship Type="http://schemas.openxmlformats.org/officeDocument/2006/relationships/notesMaster" Target="/ppt/notesMasters/notesMaster1.xml" Id="Rd5a57073ba384f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f47e559c7642b1" /><Relationship Type="http://schemas.openxmlformats.org/officeDocument/2006/relationships/notesMaster" Target="/ppt/notesMasters/notesMaster1.xml" Id="R3f32e8639ad1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d9eb6e6bbb4e2a" /><Relationship Type="http://schemas.openxmlformats.org/officeDocument/2006/relationships/notesMaster" Target="/ppt/notesMasters/notesMaster1.xml" Id="R47956bf5b61b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d886e3ff1b4f00" /><Relationship Type="http://schemas.openxmlformats.org/officeDocument/2006/relationships/notesMaster" Target="/ppt/notesMasters/notesMaster1.xml" Id="Ref04be2d7e1a40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f7ee7133074066" /><Relationship Type="http://schemas.openxmlformats.org/officeDocument/2006/relationships/notesMaster" Target="/ppt/notesMasters/notesMaster1.xml" Id="R61a0a20e869045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b4eeff82cc4e0b" /><Relationship Type="http://schemas.openxmlformats.org/officeDocument/2006/relationships/notesMaster" Target="/ppt/notesMasters/notesMaster1.xml" Id="R55c92271342344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ab9a985ed141be" /><Relationship Type="http://schemas.openxmlformats.org/officeDocument/2006/relationships/notesMaster" Target="/ppt/notesMasters/notesMaster1.xml" Id="R379db6c2ac9e4b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0b24d4b1d64e76" /><Relationship Type="http://schemas.openxmlformats.org/officeDocument/2006/relationships/notesMaster" Target="/ppt/notesMasters/notesMaster1.xml" Id="Re3d1be9d8eb942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0c1ae1575340d2" /><Relationship Type="http://schemas.openxmlformats.org/officeDocument/2006/relationships/notesMaster" Target="/ppt/notesMasters/notesMaster1.xml" Id="Rd3453a65e3bf47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65b4b8baed4501" /><Relationship Type="http://schemas.openxmlformats.org/officeDocument/2006/relationships/notesMaster" Target="/ppt/notesMasters/notesMaster1.xml" Id="R72f3ced7bb7d4c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f001fa8498465c" /><Relationship Type="http://schemas.openxmlformats.org/officeDocument/2006/relationships/notesMaster" Target="/ppt/notesMasters/notesMaster1.xml" Id="R83e5351890b041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2cdda71dbf4be2" /><Relationship Type="http://schemas.openxmlformats.org/officeDocument/2006/relationships/notesMaster" Target="/ppt/notesMasters/notesMaster1.xml" Id="R8f14fe69d1f348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330585429446b1" /><Relationship Type="http://schemas.openxmlformats.org/officeDocument/2006/relationships/notesMaster" Target="/ppt/notesMasters/notesMaster1.xml" Id="R9d3765d56ba344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5fb7b4603c4c84" /><Relationship Type="http://schemas.openxmlformats.org/officeDocument/2006/relationships/notesMaster" Target="/ppt/notesMasters/notesMaster1.xml" Id="R703d143ca70c46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f1463f2fc44028" /><Relationship Type="http://schemas.openxmlformats.org/officeDocument/2006/relationships/notesMaster" Target="/ppt/notesMasters/notesMaster1.xml" Id="R992da4e17eed46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94c9e0085943fe" /><Relationship Type="http://schemas.openxmlformats.org/officeDocument/2006/relationships/notesMaster" Target="/ppt/notesMasters/notesMaster1.xml" Id="R2a37e4455af444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55896941014591" /><Relationship Type="http://schemas.openxmlformats.org/officeDocument/2006/relationships/notesMaster" Target="/ppt/notesMasters/notesMaster1.xml" Id="Rf219be5807ef4f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87cfe2489d4d65" /><Relationship Type="http://schemas.openxmlformats.org/officeDocument/2006/relationships/notesMaster" Target="/ppt/notesMasters/notesMaster1.xml" Id="R85f4bdfcbf324f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e639f3f65b4d1d" /><Relationship Type="http://schemas.openxmlformats.org/officeDocument/2006/relationships/notesMaster" Target="/ppt/notesMasters/notesMaster1.xml" Id="Ra47d90ad9b0144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a79defe5244406" /><Relationship Type="http://schemas.openxmlformats.org/officeDocument/2006/relationships/notesMaster" Target="/ppt/notesMasters/notesMaster1.xml" Id="R37eff4e21c0049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23510c8a3bf43a4" /><Relationship Type="http://schemas.openxmlformats.org/officeDocument/2006/relationships/notesMaster" Target="/ppt/notesMasters/notesMaster1.xml" Id="R95ba70a59a9e4ca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02b35a52a7453c" /><Relationship Type="http://schemas.openxmlformats.org/officeDocument/2006/relationships/notesMaster" Target="/ppt/notesMasters/notesMaster1.xml" Id="Rc815feb23ed240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c5184af2fa42d7" /><Relationship Type="http://schemas.openxmlformats.org/officeDocument/2006/relationships/notesMaster" Target="/ppt/notesMasters/notesMaster1.xml" Id="R8b9e49607fc2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建议用时1分钟。定位：概念新授课，约45分钟。先修：集合、元素、简单代数式。以下情境和练习为自编，不冒充教材原题。以2019版A版非空实数集A、B及对应关系的表述组织课堂。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用时2分钟。预期：5、4、1/2；第三个式子在0处无意义。追问：说清一个函数，只写式子够不够？目标：唤起初中函数与取值范围。难度基础。评价：能指出1/x要求x≠0，不能说所有式子都对任意实数有意义。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3分钟。自编理想情境，运动从计时起点开始，路程指本段内路程。提问：n能取1.5吗？t能取1.5吗？t能取12吗？预期：不能、能、不能。目标：实际背景限制定义域。易错：只看3x而忽略范围。难度基础，评价要求用情境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用时2分钟。上页答案揭示。路程范围为0≤s≤30。说明集合语言把取值范围写得明确；强调函数的定义域是集合。暂不讲复杂区间表示。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3分钟。表中数据为自编模拟值，不是真实实验。提问：t=2对应什么？t=1和t=3的温度一样是否有问题？t=2.5时能否仅从表中确定温度？预期22℃、没有问题、不能。不要擅自插值。目标：表格也能给出对应，输入不同允许输出相同。难度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用时2分钟。让学生先概括，教师再用本页梳理。对应关系可以用式子或表格给出，后续函数表示法课还将系统学习图象。追问“每一个”是对哪个集合说的？预期：允许的输入集合。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3分钟。按2019版人教A版常用定义表述，课堂应与学生手头教材核对措辞。板书突出：非空实数集、任意、唯一确定。检查学生是否把任意误读成存在某一个。B只需容纳所有实际输出，不要求每个元素都被取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用时2分钟。按2019版A版讲三要素，强调值域由定义域和对应关系确定，三个要素并非彼此独立。f(x)是与x对应的函数值，f不是一个乘数。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先让学生填输出，再说理由。目标：辨清唯一性针对每个输入的输出数目。预期输出1、0、1，是函数，值域{0,1}。误区：认为−1和1输出一样就不是函数。难度基础。评价：不能只说“是”，必须依据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用时1分钟。上页答案。两个输入共享输出1完全允许，B中的2没有被取到也允许。值域只收集实际出现的值，并去重。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用时3分钟。学生分别指出哪一个词不满足。甲违背任意一个：1没有输出；乙违背唯一：1对应±1，4对应±2。目标：存在性与唯一性分开判断。难度基础。评价每项理由1分，不凭“看着像”判断。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用时1分钟。上页答案。可追问如何修复乙：改规则为非负平方根，y=√x，保留原A、B即可；这时值域{1,2}。强调修改规则后才是新的函数。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用时2分钟。预期全为2，定义域ℝ，值域{2}，它是函数。易错：以为y必须随着x改变而改变。目标：用定义替代变化直觉。难度基础。评价：能说明任意x都有唯一输出2。答案留在备注，由教师口头揭示。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用时3分钟。答案5、1、10，f(−2)=5，−f(2)=−5。目标：理解函数符号和负号位置。方法：先代入完整输入，负数加括号。易错：把f看成乘数，或把f(−2)误写成−f(2)。难度基础。评价：板演(−2)²+1，观察括号。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用时2分钟。先比较定义域，再比较每个输入的输出。①不同，定义域不同；②相同，自变量字母名称不影响对应。目标：相同函数判定。难度基础。评价：每组都给出理由。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用时1分钟。这里使用中学实函数的判定约定，讨论定义域与对应关系，值域随之相同。不要把解析式外观一致当作充分条件，也不要把字母不同当作不同函数。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2分钟。第一种0&lt;x&lt;6，第二种x∈ℝ。可根据学情追问值域：第一种0&lt;y≤9，第二种y≤9。用配方y=9−(x−3)²解释，最大值9均可取。目标：背景与定义域。难度中等；值域追问为选做，不挤占概念判断时间。评价：必须说明边长严格为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3分钟。自编三题，要求先独立写，再同桌互讲依据。目标依次为唯一性与值域、函数值、相同函数。基础难度。第1题2分：是且理由1分、{0,4}1分；第2题1分：−1；第3题1分：不同且定义域不同。共4分，仅用于本节诊断，不假设班级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用时1分钟。错第1题：回到逐个输入核对；错第2题：检查代入与负号；错第3题：回到输入集合。收集学生书面理由，不把答对选项等同于理解定义。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用时1分钟。请一名学生用自己的话解释任意和唯一，再由同伴补充数集条件。板书收束：定义域A、对应关系f、值域{f(x)|x∈A}⊆B。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额外占用主线讲解时间，可拍照记录。第1题示例x²，也可−1→0、0→1、1→0；要求三个输入都有且仅有一个输出，0和1都实际出现。第2题7、−1。选做0&lt;y≤9，配方结合0&lt;x&lt;6。目标分别为构造对应、函数值、情境值域；方法分别为列表、代入、配方；易错分别为漏输入、负数平方、把y=0纳入。前两题基础，选做中等。评价：第1题检查三输入唯一和两输出均出现，第2题两值均正确，选做说明开闭端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备用页，主课45分钟外使用。若学生未学区间，可在第4页后插入2分钟并删去第17页拓展。方括号表示包含端点，圆括号表示不含，正负无穷都用圆括号。{0,1,2}是离散集合，不写成[0,2]。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留到下一课时。这里均未另给自变量范围，按解析式在实数范围有意义的最大集合确定定义域。目标：式子有意义的条件。方法：分母≠0，平方根被开方数≥0。易错：把根号条件写成&gt;0。基础难度。评价追问g(−1)是否存在，答案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备用页，下一课时辨析题。答案不是同一个函数。不能约分后把原来不允许的输入重新补入。目标：等式成立条件与函数相同的区别。难度中等。评价：明确写出两个定义域，不能只说分式不同。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67cd1d3d846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aac7dd2df45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3c20bfb204f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df82fc63146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27d0ebec645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6db37640a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145995-18B6-4815-97DE-6C2C06CF9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95FCCF-A96B-4E8D-99E6-09C65B2A3F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4BD69B-26A5-478A-94CF-4EF7A1C80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E80F99-1EE2-46DC-8C88-3DF839BA3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F72125-7C9A-4B3F-89A4-DFC603EEC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3A4E60-EC8C-4587-98A8-C4C17BC87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C95A27-027D-49F6-868E-7371C2D4A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07FD84-ECE0-4DAE-960B-EFAD661F50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2970AD-7E9B-4984-8795-472C080C2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0DF13-DE4B-4970-96E5-33376E3F2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370f95c3441c4" /><Relationship Type="http://schemas.openxmlformats.org/officeDocument/2006/relationships/slideLayout" Target="/ppt/slideLayouts/slideLayout1.xml" Id="Rf8521569ea924d05" /><Relationship Type="http://schemas.openxmlformats.org/officeDocument/2006/relationships/slideLayout" Target="/ppt/slideLayouts/slideLayout2.xml" Id="R9c8042fbe1fc4804" /><Relationship Type="http://schemas.openxmlformats.org/officeDocument/2006/relationships/slideLayout" Target="/ppt/slideLayouts/slideLayout3.xml" Id="R0435704636584fb0" /><Relationship Type="http://schemas.openxmlformats.org/officeDocument/2006/relationships/slideLayout" Target="/ppt/slideLayouts/slideLayout4.xml" Id="R58bdd6408ea5481f" /><Relationship Type="http://schemas.openxmlformats.org/officeDocument/2006/relationships/slideLayout" Target="/ppt/slideLayouts/slideLayout5.xml" Id="R432eeab1e4e54103" /><Relationship Type="http://schemas.openxmlformats.org/officeDocument/2006/relationships/slideLayout" Target="/ppt/slideLayouts/slideLayout6.xml" Id="Re94156888458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521569ea924d05"/>
    <p:sldLayoutId xmlns:r="http://schemas.openxmlformats.org/officeDocument/2006/relationships" id="2147483650" r:id="R9c8042fbe1fc4804"/>
    <p:sldLayoutId xmlns:r="http://schemas.openxmlformats.org/officeDocument/2006/relationships" id="2147483651" r:id="R0435704636584fb0"/>
    <p:sldLayoutId xmlns:r="http://schemas.openxmlformats.org/officeDocument/2006/relationships" id="2147483652" r:id="R58bdd6408ea5481f"/>
    <p:sldLayoutId xmlns:r="http://schemas.openxmlformats.org/officeDocument/2006/relationships" id="2147483653" r:id="R432eeab1e4e54103"/>
    <p:sldLayoutId xmlns:r="http://schemas.openxmlformats.org/officeDocument/2006/relationships" id="2147483654" r:id="Re94156888458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c26f7d4924bca" /><Relationship Type="http://schemas.openxmlformats.org/officeDocument/2006/relationships/notesSlide" Target="/ppt/notesSlides/notesSlide1.xml" Id="Rbbfa46cbc64547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6af5602094714" /><Relationship Type="http://schemas.openxmlformats.org/officeDocument/2006/relationships/notesSlide" Target="/ppt/notesSlides/notesSlide2.xml" Id="R56d295bdfe29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bb51179134580" /><Relationship Type="http://schemas.openxmlformats.org/officeDocument/2006/relationships/notesSlide" Target="/ppt/notesSlides/notesSlide3.xml" Id="R1704c807e999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7f5a85109431a" /><Relationship Type="http://schemas.openxmlformats.org/officeDocument/2006/relationships/notesSlide" Target="/ppt/notesSlides/notesSlide4.xml" Id="Rb34b6a8674dc4b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c30f39e9e4c1a" /><Relationship Type="http://schemas.openxmlformats.org/officeDocument/2006/relationships/notesSlide" Target="/ppt/notesSlides/notesSlide5.xml" Id="R748b3ce633ab4e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8c432eaaf4a5b" /><Relationship Type="http://schemas.openxmlformats.org/officeDocument/2006/relationships/notesSlide" Target="/ppt/notesSlides/notesSlide6.xml" Id="Rea023203ce0549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cf2da71bb46cb" /><Relationship Type="http://schemas.openxmlformats.org/officeDocument/2006/relationships/notesSlide" Target="/ppt/notesSlides/notesSlide7.xml" Id="R87e93b4b176746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2174dd4a7e4b9f" /><Relationship Type="http://schemas.openxmlformats.org/officeDocument/2006/relationships/notesSlide" Target="/ppt/notesSlides/notesSlide8.xml" Id="Ra1658985fc0948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0e0ac0d8a4e34" /><Relationship Type="http://schemas.openxmlformats.org/officeDocument/2006/relationships/notesSlide" Target="/ppt/notesSlides/notesSlide9.xml" Id="Raf6624f7e9754a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9c1d036ea43d1" /><Relationship Type="http://schemas.openxmlformats.org/officeDocument/2006/relationships/notesSlide" Target="/ppt/notesSlides/notesSlide10.xml" Id="R134df2586d0f4a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010918219471d" /><Relationship Type="http://schemas.openxmlformats.org/officeDocument/2006/relationships/notesSlide" Target="/ppt/notesSlides/notesSlide11.xml" Id="R6191b8be7d0c44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526cd588f446b" /><Relationship Type="http://schemas.openxmlformats.org/officeDocument/2006/relationships/notesSlide" Target="/ppt/notesSlides/notesSlide12.xml" Id="Ra2a4905029cc49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f6b01fcd145ae" /><Relationship Type="http://schemas.openxmlformats.org/officeDocument/2006/relationships/notesSlide" Target="/ppt/notesSlides/notesSlide13.xml" Id="Re6860afd2bb44f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caa78bf74461e" /><Relationship Type="http://schemas.openxmlformats.org/officeDocument/2006/relationships/notesSlide" Target="/ppt/notesSlides/notesSlide14.xml" Id="R42eb95575b9f46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07122f2454314" /><Relationship Type="http://schemas.openxmlformats.org/officeDocument/2006/relationships/notesSlide" Target="/ppt/notesSlides/notesSlide15.xml" Id="R891228c66f884b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73a3153f54169" /><Relationship Type="http://schemas.openxmlformats.org/officeDocument/2006/relationships/notesSlide" Target="/ppt/notesSlides/notesSlide16.xml" Id="R3ece51524a4d4a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8e1a1f74b48c1" /><Relationship Type="http://schemas.openxmlformats.org/officeDocument/2006/relationships/notesSlide" Target="/ppt/notesSlides/notesSlide17.xml" Id="Rddb99d002cb84b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f7714bf6a4f19" /><Relationship Type="http://schemas.openxmlformats.org/officeDocument/2006/relationships/notesSlide" Target="/ppt/notesSlides/notesSlide18.xml" Id="R3fcc52a92f7040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cf49dc6754b24" /><Relationship Type="http://schemas.openxmlformats.org/officeDocument/2006/relationships/notesSlide" Target="/ppt/notesSlides/notesSlide19.xml" Id="R2248ce276e0e4e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cd5472171464f" /><Relationship Type="http://schemas.openxmlformats.org/officeDocument/2006/relationships/notesSlide" Target="/ppt/notesSlides/notesSlide20.xml" Id="R7ea1f2c13d0f48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0ff0958474f01" /><Relationship Type="http://schemas.openxmlformats.org/officeDocument/2006/relationships/notesSlide" Target="/ppt/notesSlides/notesSlide21.xml" Id="Rae08a30548d34a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47c3ce9004ba5" /><Relationship Type="http://schemas.openxmlformats.org/officeDocument/2006/relationships/notesSlide" Target="/ppt/notesSlides/notesSlide22.xml" Id="R2729b229cf904d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cea064dbd482b" /><Relationship Type="http://schemas.openxmlformats.org/officeDocument/2006/relationships/notesSlide" Target="/ppt/notesSlides/notesSlide23.xml" Id="Re1e1721e8c8740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7464a737a4f85" /><Relationship Type="http://schemas.openxmlformats.org/officeDocument/2006/relationships/notesSlide" Target="/ppt/notesSlides/notesSlide24.xml" Id="R682cb1ad4d2241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44177-E658-4DA7-AA86-AB7757C9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3.1.1  函数的概念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673F3-015B-4460-ABE7-E7AE024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人教A版（2019）必修第一册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第1课时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9B9BA-AF67-4DAD-9D92-66A5213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给定一个输入，能否确定唯一的输出？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ECE59-1A82-4C90-89B8-A68CD24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3201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8A7F2-48F5-4D6D-AE20-C38DA9E1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我们已经认识哪些函数？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DC20E-AEC5-46F2-8F23-E9F12D92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y = 2x + 1          y = x²          y = 1/x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当 x = 2 时，各自对应的 y 是多少？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当 x = 0 时，三个式子都能使用吗？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A531A-C53E-424E-A2A1-9D7F5111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7821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FCA2E-21E6-4285-A273-A5A7228A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同样是乘以 3，输入范围相同吗？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BDA10-75D1-4048-A3A9-8F7E7184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情境一：购买单价3元的练习本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购买数量 n 取正整数，总价为 C = 3n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情境二：一段匀速运动持续10秒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速度3米/秒，路程为 s = 3t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9D79-C844-465B-8453-1FE6C39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n 能取 1.5 吗？t 能取 1.5 或 12 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A0F35-A5B8-4317-A46A-4AD38561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3459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39E3A-00F2-4F87-84AA-787BD4C0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用集合说清输入范围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A95DC-C7A4-4FC8-99D9-9B869C6E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购买练习本：A₁ = {1, 2, 3, …}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这段运动：A₂ = {t ∈ ℝ | 0 ≤ t ≤ 10}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同样使用“乘以3”的规则，允许的输入不同。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1D9F0-C755-4446-A043-222C039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描述一个函数时，需要明确自变量的取值范围。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D8FDF-FBD2-4478-AE23-0C42F4AD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62926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E14C6-C8B5-4FF6-9955-914D8F0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没有给出公式，也能确定输出吗？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E02F9-E2F5-443A-B4C8-EF9DFE7B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下表记录某次实验的测量结果（模拟数据）。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只研究表中列出的五个时刻。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5CF01-4C5D-46CF-8FDA-4F0BC97F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B3908-867B-4AD5-838A-5B23FA259C8F}"/>
              </a:ext>
            </a:extLst>
          </p:cNvPr>
          <p:cNvGraphicFramePr/>
          <p:nvPr/>
        </p:nvGraphicFramePr>
        <p:xfrm>
          <a:off xmlns:a="http://schemas.openxmlformats.org/drawingml/2006/main" x="723900" y="3000375"/>
          <a:ext xmlns:a="http://schemas.openxmlformats.org/drawingml/2006/main" cx="106680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619250"/>
                <a:gridCol w="1619250"/>
                <a:gridCol w="1619250"/>
                <a:gridCol w="1619250"/>
                <a:gridCol w="1619250"/>
              </a:tblGrid>
              <a:tr h="6477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 t / 分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 T / 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83F2-C754-4167-A161-A6F19B1F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t = 2、t = 2.5 时，你分别能说出什么？</a:t>
            </a:r>
          </a:p>
        </p:txBody>
      </p:sp>
    </p:spTree>
    <p:extLst>
      <p:ext uri="{BB962C8B-B14F-4D97-AF65-F5344CB8AC3E}">
        <p14:creationId xmlns:p14="http://schemas.microsoft.com/office/powerpoint/2010/main" val="480180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3D048-5DDD-4271-AC6B-EBDF656C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这些例子的共同点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19ADA-A59C-4127-8FF8-E393B4E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有一个明确的输入集合。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有一个确定的对应关系。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对允许的每一个输入，都有唯一确定的输出。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89B69-4411-4BF0-8316-CC002B42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“每一个”与“唯一确定”，缺一不可。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1C344-CF33-4E34-A80B-CDA2AB7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4154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A7154-452E-4E93-BD1A-7F9771A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函数的定义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6F27B-1B1D-454C-8A5D-E86833E0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设 A、B 是非空的实数集。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按照某个确定的对应关系 f，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对 A 中的任意一个数 x，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在 B 中都有唯一确定的数 y 与它对应，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就称 f 为从 A 到 B 的一个函数。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7D1D7-D022-491D-BEC8-53D0FAF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记作 f : A → B，或 y = f(x)，x ∈ 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5B889-7E10-4F71-8A64-71822D52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9033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BBEA5-BC7E-436C-9B17-41E75BF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定义域、对应关系与值域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7A5C9-EA2C-4634-A40D-DC8F8BA5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定义域 A：所有允许输入的 x 组成的集合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对应关系 f：每个 x 如何确定它的 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值域：所有实际得到的函数值组成的集合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88146-AE0A-4656-B0B1-3AA867EC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值域 = {f(x) | x ∈ A}，值域是 B 的子集。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5C91A-2AB4-4D60-BA6B-3FAE4C3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7848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1DEE4-03B7-435F-B3BF-CDB4A72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同一个输出，可以对应不同输入吗？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F7A14-9A80-4298-BB15-87D5932B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A = {−1, 0, 1}，B = {0, 1, 2}，规则为 y = x²。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66044-D0DC-4ED4-94E4-B25B9A05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B7E86-E7A2-41B3-9946-6BFEED2DADB4}"/>
              </a:ext>
            </a:extLst>
          </p:cNvPr>
          <p:cNvGraphicFramePr/>
          <p:nvPr/>
        </p:nvGraphicFramePr>
        <p:xfrm>
          <a:off xmlns:a="http://schemas.openxmlformats.org/drawingml/2006/main" x="723900" y="2857500"/>
          <a:ext xmlns:a="http://schemas.openxmlformats.org/drawingml/2006/main" cx="106680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6477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x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8EA23-A2EC-47FF-A552-71778C27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这是函数吗？它的值域等于 B 吗？</a:t>
            </a:r>
          </a:p>
        </p:txBody>
      </p:sp>
    </p:spTree>
    <p:extLst>
      <p:ext uri="{BB962C8B-B14F-4D97-AF65-F5344CB8AC3E}">
        <p14:creationId xmlns:p14="http://schemas.microsoft.com/office/powerpoint/2010/main" val="1126060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17AEA-D07C-44AC-AB0D-F7ECC2E7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每个输入都只有一个输出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81676-0BB0-44AC-A038-F9FCA2C5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A = {−1, 0, 1}，B = {0, 1, 2}，规则为 y = x²。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2FB17-844C-4731-BEBB-8D254C8D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83D47-342F-4A28-90AB-2BA2580A93C9}"/>
              </a:ext>
            </a:extLst>
          </p:cNvPr>
          <p:cNvGraphicFramePr/>
          <p:nvPr/>
        </p:nvGraphicFramePr>
        <p:xfrm>
          <a:off xmlns:a="http://schemas.openxmlformats.org/drawingml/2006/main" x="723900" y="2714625"/>
          <a:ext xmlns:a="http://schemas.openxmlformats.org/drawingml/2006/main" cx="106680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6477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x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DECE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A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FE1B7-3A6B-45ED-9A65-23743D38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构成函数，值域为 {0, 1}。</a:t>
            </a:r>
          </a:p>
          <a:p xmlns:a="http://schemas.openxmlformats.org/drawingml/2006/main">
            <a:pPr>
              <a:def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不同的 x 可以有相同的函数值。</a:t>
            </a:r>
          </a:p>
        </p:txBody>
      </p:sp>
    </p:spTree>
    <p:extLst>
      <p:ext uri="{BB962C8B-B14F-4D97-AF65-F5344CB8AC3E}">
        <p14:creationId xmlns:p14="http://schemas.microsoft.com/office/powerpoint/2010/main" val="4350729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C1319-2FDB-4B13-B591-A033A5D1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两种不满足定义的对应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E03D5-B630-43C4-8B44-91EBB98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甲：A = {0, 1}，B = {0, 1}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只规定 0 对应 0，没有规定 1 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乙：A = {1, 4}，B = {−2, −1, 1, 2}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把 x 对应到满足 y² = x 的所有实数 y。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5C93D-9C37-44CE-BD50-0DC8506D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甲、乙分别不满足定义中的哪个要求？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27C89-6B92-4E8C-BEEA-E5D622E0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06154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0BC15-0C89-42A8-B7B3-42D094B7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判断时，逐个检查 A 中的输入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26CD6-46BD-446A-B654-60974C5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甲：输入 1 没有输出，不满足“任意一个”。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乙：输入 1 有两个输出 −1 和 1，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不满足“唯一确定”。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两者都没有构成从 A 到 B 的函数。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0C258-8585-408A-BA08-7FA9E7F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84612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59054-0EAF-4149-B3BB-4AB35442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常函数也满足定义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A8644-F051-4361-B937-797259F5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A = ℝ，B = ℝ，对应关系为 y =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当 x = −3、0、5 时，y 分别等于多少？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它的定义域和值域分别是什么？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1DA40-EDE7-4634-8832-9E57A3B5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84112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4DE8-6449-4A58-B9F5-85880998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f(x) 表示与 x 对应的函数值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6C8EF-C378-4692-8FDE-35860F3E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已知 f(x) = x² + 1，x ∈ 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求 f(−2)、f(0)、f(3)。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再比较 f(−2) 与 −f(2)。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CF805-788E-46AC-B3B9-4409BC71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f(−2) = (−2)² + 1 =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0005E-67F6-4B37-837C-D6B3E2A6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533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F0C6F-4754-4555-879A-E9F1BD8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相同的式子，一定是同一个函数吗？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3973A-D7B6-484A-A2DC-F7B91376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① f(x) = x²，x ∈ ℝ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    g(x) = x²，x ∈ {0, 1, 2}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② f(x) = x²，x ∈ ℝ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    g(t) = t²，t ∈ 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B8D20-6C03-4F26-9AA1-C4C2F55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分别判断，并说出依据。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393E1-7A02-43EA-AADE-D88BFA94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6663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4EF2E-8C31-45EE-B140-951313E6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相同函数的判断依据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60658-D7B7-41D4-A376-A261A1FA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定义域相同，并且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对定义域中的每个输入，得到的输出都相同。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上一页：① 不是同一个函数。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              ② 是同一个函数。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3BED9-DBCF-4F86-98F3-E3FDE52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定义域与对应关系确定后，值域也就确定了。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F68E5-30F9-4093-A084-47935B32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376831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A9646-A0C6-4A7F-AF7F-1F4D839C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一个式子，两种背景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2A239-42B6-4CDF-97EC-46BB90B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y = x(6 − 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情境一：周长12的长方形，一边长 x，面积 y。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情境二：两个实数的和为6，其中一个为 x，积为 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两种情境中，x 的范围相同吗？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77AE0-F02E-4E3C-8F00-7CE95D3D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919456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9904-21C9-41C1-ADA2-566734F5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离堂检测：独立完成，再解释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F9288-4791-42BA-A1E2-544A7AAD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1. A = {−2, 0, 2}，B = {0, 4, 5}，y = x²。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   是否构成函数？值域是什么？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2. f(x) = 2x + 1，x ∈ ℝ。求 f(−1)。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3. y = x，x ∈ ℝ 与 y = x，x &gt; 0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   是否为同一个函数？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01625-71A6-4776-A2D9-6DEEB3F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1326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28851-89BC-49D4-84D2-F9C8CD6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离堂检测：答案与依据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97684-760D-4203-AA68-FE77F1E0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1. 构成函数，每个输入都有唯一输出。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   值域为 {0, 4}，不是 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2. f(−1) = 2 × (−1) + 1 = −1。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3. 不是同一个函数，因为定义域不同。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3D78A-098D-4BD1-82C6-BE53074A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187302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EEDAA-8E14-458E-8374-AD8EFD6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今天怎样理解一个函数？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B69C5-E919-4577-AC3C-40EB78A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先明确：允许哪些输入？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再检查：每个输入是否都有唯一确定的输出？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最后收集：实际输出组成什么集合？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F941E-0A4B-4B55-B013-B87F65F4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函数可以用式子、表格或图象描述。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995E3-527F-4618-AFDB-CF97BF7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938551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F4161-1654-426B-9B11-B97CB429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课后巩固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86BCF-C071-4397-A464-989D44F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必做：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1. 自编一个函数，定义域为 {−1, 0, 1}，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   值域恰好为 {0, 1}。列出每个输入的输出。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2. 设 f(x) = x² − 2，x ∈ ℝ，求 f(−3)、f(1)。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选做：解释长方形情境 y = x(6 − x) 的值域。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2FCBC-8386-4A55-A56A-03D29CE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493561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D1C7F-05B7-4034-A946-C63BFC81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备用：用区间表示数集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BA50-E3B4-4DF0-BBE0-4C46EACE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{x ∈ ℝ | 0 ≤ x ≤ 10} = [0, 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{x ∈ ℝ | 0 &lt; x &lt; 6} = (0, 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{x ∈ ℝ | x &gt; 0} = (0, +∞)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ℝ = (−∞, +∞)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55FB8-4948-4B95-ABC7-8C0F6CA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133157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55C0D-4EDB-41BE-BD03-423F41EF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备用：简单函数的定义域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B1F93-8E0F-4292-9EC7-D9A4214B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f(x) = 1/(x − 2)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分母不能为零，所以定义域为 {x ∈ ℝ | x ≠ 2}。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g(x) = √(x + 1)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被开方数非负，所以定义域为 {x ∈ ℝ | x ≥ −1}。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7090F-E248-4BB0-9768-8A205AE9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实际情境中的函数，还要满足实际背景的限制。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57B4E-67D5-4942-B95C-C40265EC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514168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CDAB6-8677-49C5-BA41-54CE667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备用：公式约分后，定义域还在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9DCAC-D5F3-4065-82FD-90E7C2FE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668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f(x) = (x² − 1)/(x − 1)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g(x) = x + 1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（两式均未另给自变量范围）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当 x ≠ 1 时，f(x) = x + 1。</a:t>
            </a:r>
          </a:p>
          <a:p xmlns:a="http://schemas.openxmlformats.org/drawingml/2006/main">
            <a:pPr>
              <a:def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A3B"/>
                </a:solidFill>
                <a:latin typeface="Microsoft YaHei"/>
                <a:ea typeface="Microsoft YaHei"/>
                <a:cs typeface="Microsoft YaHei"/>
              </a:rPr>
              <a:t>但 f 的定义域不含1，g 的定义域包含1。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F42B3-CCB4-4682-A8BB-252DFD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3"/>
                </a:solidFill>
                <a:latin typeface="Microsoft YaHei"/>
                <a:ea typeface="Microsoft YaHei"/>
                <a:cs typeface="Microsoft YaHei"/>
              </a:rPr>
              <a:t>因此，它们不是同一个函数。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AC10A-FC47-477C-BA0F-D4D8296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96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13958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2026-10-08T14:37:50.4740000Z</dcterms:created>
  <dcterms:modified xsi:type="dcterms:W3CDTF">2026-10-08T14:37:50.4740000Z</dcterms:modified>
</coreProperties>
</file>