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doc" ContentType="application/msword"/>
  <Default Extension="bin" ContentType="application/vnd.openxmlformats-officedocument.oleObject"/>
  <Default Extension="png" ContentType="image/png"/>
  <Default Extension="tiff" ContentType="image/tif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23" r:id="rId3"/>
    <p:sldMasterId id="2147483727" r:id="rId4"/>
  </p:sldMasterIdLst>
  <p:notesMasterIdLst>
    <p:notesMasterId r:id="rId6"/>
  </p:notesMasterIdLst>
  <p:handoutMasterIdLst>
    <p:handoutMasterId r:id="rId35"/>
  </p:handoutMasterIdLst>
  <p:sldIdLst>
    <p:sldId id="3505" r:id="rId5"/>
    <p:sldId id="298" r:id="rId7"/>
    <p:sldId id="267" r:id="rId8"/>
    <p:sldId id="3400" r:id="rId9"/>
    <p:sldId id="3476" r:id="rId10"/>
    <p:sldId id="3477" r:id="rId11"/>
    <p:sldId id="3478" r:id="rId12"/>
    <p:sldId id="3479" r:id="rId13"/>
    <p:sldId id="3480" r:id="rId14"/>
    <p:sldId id="3460" r:id="rId15"/>
    <p:sldId id="3481" r:id="rId16"/>
    <p:sldId id="3482" r:id="rId17"/>
    <p:sldId id="3483" r:id="rId18"/>
    <p:sldId id="3484" r:id="rId19"/>
    <p:sldId id="3486" r:id="rId20"/>
    <p:sldId id="3490" r:id="rId21"/>
    <p:sldId id="3487" r:id="rId22"/>
    <p:sldId id="528" r:id="rId23"/>
    <p:sldId id="3473" r:id="rId24"/>
    <p:sldId id="3491" r:id="rId25"/>
    <p:sldId id="3492" r:id="rId26"/>
    <p:sldId id="3468" r:id="rId27"/>
    <p:sldId id="3493" r:id="rId28"/>
    <p:sldId id="3494" r:id="rId29"/>
    <p:sldId id="3495" r:id="rId30"/>
    <p:sldId id="3496" r:id="rId31"/>
    <p:sldId id="3497" r:id="rId32"/>
    <p:sldId id="3498" r:id="rId33"/>
    <p:sldId id="910" r:id="rId34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1206988966@qq.com" initials="1" lastIdx="0" clrIdx="2"/>
  <p:cmAuthor id="0" name="新课标第一网" initials="" lastIdx="0" clrIdx="0"/>
  <p:cmAuthor id="1" name="卢钰婷" initials="卢" lastIdx="0" clrIdx="0"/>
  <p:cmAuthor id="8" name="番茄花园" initials="番" lastIdx="0" clrIdx="0"/>
  <p:cmAuthor id="2" name="kingsoft" initials="k" lastIdx="0" clrIdx="0"/>
  <p:cmAuthor id="9" name="作者" initials="作" lastIdx="0" clrIdx="2"/>
  <p:cmAuthor id="3" name="许远超" initials="许" lastIdx="0" clrIdx="3"/>
  <p:cmAuthor id="4" name="Wei" initials="W" lastIdx="0" clrIdx="0"/>
  <p:cmAuthor id="5" name="Administrator" initials="A" lastIdx="0" clrIdx="2"/>
  <p:cmAuthor id="6" name="刘 译璟" initials="刘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5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204" y="48"/>
      </p:cViewPr>
      <p:guideLst>
        <p:guide orient="horz" pos="2159"/>
        <p:guide pos="380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0" Type="http://schemas.openxmlformats.org/officeDocument/2006/relationships/tags" Target="tags/tag926.xml"/><Relationship Id="rId4" Type="http://schemas.openxmlformats.org/officeDocument/2006/relationships/slideMaster" Target="slideMasters/slideMaster3.xml"/><Relationship Id="rId39" Type="http://schemas.openxmlformats.org/officeDocument/2006/relationships/commentAuthors" Target="commentAuthors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image" Target="../media/image48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handoutMasters/_rels/handout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5.xml"/><Relationship Id="rId4" Type="http://schemas.openxmlformats.org/officeDocument/2006/relationships/tags" Target="../tags/tag925.xml"/><Relationship Id="rId3" Type="http://schemas.openxmlformats.org/officeDocument/2006/relationships/tags" Target="../tags/tag924.xml"/><Relationship Id="rId2" Type="http://schemas.openxmlformats.org/officeDocument/2006/relationships/tags" Target="../tags/tag923.xml"/><Relationship Id="rId1" Type="http://schemas.openxmlformats.org/officeDocument/2006/relationships/tags" Target="../tags/tag92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  <p:custDataLst>
              <p:tags r:id="rId2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  <p:custDataLst>
              <p:tags r:id="rId4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4.xml"/><Relationship Id="rId6" Type="http://schemas.openxmlformats.org/officeDocument/2006/relationships/tags" Target="../tags/tag921.xml"/><Relationship Id="rId5" Type="http://schemas.openxmlformats.org/officeDocument/2006/relationships/tags" Target="../tags/tag920.xml"/><Relationship Id="rId4" Type="http://schemas.openxmlformats.org/officeDocument/2006/relationships/tags" Target="../tags/tag919.xml"/><Relationship Id="rId3" Type="http://schemas.openxmlformats.org/officeDocument/2006/relationships/tags" Target="../tags/tag918.xml"/><Relationship Id="rId2" Type="http://schemas.openxmlformats.org/officeDocument/2006/relationships/tags" Target="../tags/tag917.xml"/><Relationship Id="rId1" Type="http://schemas.openxmlformats.org/officeDocument/2006/relationships/tags" Target="../tags/tag9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  <p:custDataLst>
              <p:tags r:id="rId2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D6085-2FCD-469C-8B54-92772EED5E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  <p:custDataLst>
              <p:tags r:id="rId3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  <p:custDataLst>
              <p:tags r:id="rId5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474821-61F6-4667-8EBA-DF0C75380FD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4" Type="http://schemas.openxmlformats.org/officeDocument/2006/relationships/tags" Target="../tags/tag636.xml"/><Relationship Id="rId3" Type="http://schemas.openxmlformats.org/officeDocument/2006/relationships/tags" Target="../tags/tag635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4" Type="http://schemas.openxmlformats.org/officeDocument/2006/relationships/tags" Target="../tags/tag643.xml"/><Relationship Id="rId3" Type="http://schemas.openxmlformats.org/officeDocument/2006/relationships/tags" Target="../tags/tag64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5" Type="http://schemas.openxmlformats.org/officeDocument/2006/relationships/tags" Target="../tags/tag831.xml"/><Relationship Id="rId4" Type="http://schemas.openxmlformats.org/officeDocument/2006/relationships/tags" Target="../tags/tag830.xml"/><Relationship Id="rId3" Type="http://schemas.openxmlformats.org/officeDocument/2006/relationships/tags" Target="../tags/tag829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5.xml.rels><?xml version="1.0" encoding="UTF-8" standalone="yes"?>
<Relationships xmlns="http://schemas.openxmlformats.org/package/2006/relationships"><Relationship Id="rId5" Type="http://schemas.openxmlformats.org/officeDocument/2006/relationships/tags" Target="../tags/tag844.xml"/><Relationship Id="rId4" Type="http://schemas.openxmlformats.org/officeDocument/2006/relationships/tags" Target="../tags/tag843.xml"/><Relationship Id="rId3" Type="http://schemas.openxmlformats.org/officeDocument/2006/relationships/tags" Target="../tags/tag84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6.xml.rels><?xml version="1.0" encoding="UTF-8" standalone="yes"?>
<Relationships xmlns="http://schemas.openxmlformats.org/package/2006/relationships"><Relationship Id="rId5" Type="http://schemas.openxmlformats.org/officeDocument/2006/relationships/tags" Target="../tags/tag857.xml"/><Relationship Id="rId4" Type="http://schemas.openxmlformats.org/officeDocument/2006/relationships/tags" Target="../tags/tag856.xml"/><Relationship Id="rId3" Type="http://schemas.openxmlformats.org/officeDocument/2006/relationships/tags" Target="../tags/tag855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7.xml.rels><?xml version="1.0" encoding="UTF-8" standalone="yes"?>
<Relationships xmlns="http://schemas.openxmlformats.org/package/2006/relationships"><Relationship Id="rId5" Type="http://schemas.openxmlformats.org/officeDocument/2006/relationships/tags" Target="../tags/tag870.xml"/><Relationship Id="rId4" Type="http://schemas.openxmlformats.org/officeDocument/2006/relationships/tags" Target="../tags/tag869.xml"/><Relationship Id="rId3" Type="http://schemas.openxmlformats.org/officeDocument/2006/relationships/tags" Target="../tags/tag868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8.xml.rels><?xml version="1.0" encoding="UTF-8" standalone="yes"?>
<Relationships xmlns="http://schemas.openxmlformats.org/package/2006/relationships"><Relationship Id="rId5" Type="http://schemas.openxmlformats.org/officeDocument/2006/relationships/tags" Target="../tags/tag885.xml"/><Relationship Id="rId4" Type="http://schemas.openxmlformats.org/officeDocument/2006/relationships/tags" Target="../tags/tag884.xml"/><Relationship Id="rId3" Type="http://schemas.openxmlformats.org/officeDocument/2006/relationships/tags" Target="../tags/tag883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9.xml.rels><?xml version="1.0" encoding="UTF-8" standalone="yes"?>
<Relationships xmlns="http://schemas.openxmlformats.org/package/2006/relationships"><Relationship Id="rId5" Type="http://schemas.openxmlformats.org/officeDocument/2006/relationships/tags" Target="../tags/tag898.xml"/><Relationship Id="rId4" Type="http://schemas.openxmlformats.org/officeDocument/2006/relationships/tags" Target="../tags/tag897.xml"/><Relationship Id="rId3" Type="http://schemas.openxmlformats.org/officeDocument/2006/relationships/tags" Target="../tags/tag896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0.xml.rels><?xml version="1.0" encoding="UTF-8" standalone="yes"?>
<Relationships xmlns="http://schemas.openxmlformats.org/package/2006/relationships"><Relationship Id="rId5" Type="http://schemas.openxmlformats.org/officeDocument/2006/relationships/tags" Target="../tags/tag911.xml"/><Relationship Id="rId4" Type="http://schemas.openxmlformats.org/officeDocument/2006/relationships/tags" Target="../tags/tag910.xml"/><Relationship Id="rId3" Type="http://schemas.openxmlformats.org/officeDocument/2006/relationships/tags" Target="../tags/tag909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E1689F0-D8FB-450F-A36F-553F26501F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5"/>
            </p:custDataLst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5"/>
            </p:custDataLst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5"/>
            </p:custDataLst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5"/>
            </p:custDataLst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5"/>
            </p:custDataLst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5"/>
            </p:custDataLst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5"/>
            </p:custDataLst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5" Type="http://schemas.openxmlformats.org/officeDocument/2006/relationships/tags" Target="../tags/tag178.xml"/><Relationship Id="rId4" Type="http://schemas.openxmlformats.org/officeDocument/2006/relationships/tags" Target="../tags/tag177.xml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5" Type="http://schemas.openxmlformats.org/officeDocument/2006/relationships/tags" Target="../tags/tag214.xml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5" Type="http://schemas.openxmlformats.org/officeDocument/2006/relationships/tags" Target="../tags/tag218.xml"/><Relationship Id="rId4" Type="http://schemas.openxmlformats.org/officeDocument/2006/relationships/tags" Target="../tags/tag217.xml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3" Type="http://schemas.openxmlformats.org/officeDocument/2006/relationships/tags" Target="../tags/tag220.xml"/><Relationship Id="rId2" Type="http://schemas.openxmlformats.org/officeDocument/2006/relationships/tags" Target="../tags/tag219.xml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5" Type="http://schemas.openxmlformats.org/officeDocument/2006/relationships/tags" Target="../tags/tag226.xml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5" Type="http://schemas.openxmlformats.org/officeDocument/2006/relationships/tags" Target="../tags/tag234.xml"/><Relationship Id="rId4" Type="http://schemas.openxmlformats.org/officeDocument/2006/relationships/tags" Target="../tags/tag233.xml"/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5" Type="http://schemas.openxmlformats.org/officeDocument/2006/relationships/tags" Target="../tags/tag238.xml"/><Relationship Id="rId4" Type="http://schemas.openxmlformats.org/officeDocument/2006/relationships/tags" Target="../tags/tag237.xml"/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5" Type="http://schemas.openxmlformats.org/officeDocument/2006/relationships/tags" Target="../tags/tag246.xml"/><Relationship Id="rId4" Type="http://schemas.openxmlformats.org/officeDocument/2006/relationships/tags" Target="../tags/tag245.xml"/><Relationship Id="rId3" Type="http://schemas.openxmlformats.org/officeDocument/2006/relationships/tags" Target="../tags/tag244.xml"/><Relationship Id="rId2" Type="http://schemas.openxmlformats.org/officeDocument/2006/relationships/tags" Target="../tags/tag243.xml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5" Type="http://schemas.openxmlformats.org/officeDocument/2006/relationships/tags" Target="../tags/tag250.xml"/><Relationship Id="rId4" Type="http://schemas.openxmlformats.org/officeDocument/2006/relationships/tags" Target="../tags/tag249.xml"/><Relationship Id="rId3" Type="http://schemas.openxmlformats.org/officeDocument/2006/relationships/tags" Target="../tags/tag248.xml"/><Relationship Id="rId2" Type="http://schemas.openxmlformats.org/officeDocument/2006/relationships/tags" Target="../tags/tag247.xml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5" Type="http://schemas.openxmlformats.org/officeDocument/2006/relationships/tags" Target="../tags/tag254.xml"/><Relationship Id="rId4" Type="http://schemas.openxmlformats.org/officeDocument/2006/relationships/tags" Target="../tags/tag253.xml"/><Relationship Id="rId3" Type="http://schemas.openxmlformats.org/officeDocument/2006/relationships/tags" Target="../tags/tag252.xml"/><Relationship Id="rId2" Type="http://schemas.openxmlformats.org/officeDocument/2006/relationships/tags" Target="../tags/tag251.xml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5" Type="http://schemas.openxmlformats.org/officeDocument/2006/relationships/tags" Target="../tags/tag258.xml"/><Relationship Id="rId4" Type="http://schemas.openxmlformats.org/officeDocument/2006/relationships/tags" Target="../tags/tag257.xml"/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5" Type="http://schemas.openxmlformats.org/officeDocument/2006/relationships/tags" Target="../tags/tag262.xml"/><Relationship Id="rId4" Type="http://schemas.openxmlformats.org/officeDocument/2006/relationships/tags" Target="../tags/tag261.xml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5" Type="http://schemas.openxmlformats.org/officeDocument/2006/relationships/tags" Target="../tags/tag266.xml"/><Relationship Id="rId4" Type="http://schemas.openxmlformats.org/officeDocument/2006/relationships/tags" Target="../tags/tag265.xml"/><Relationship Id="rId3" Type="http://schemas.openxmlformats.org/officeDocument/2006/relationships/tags" Target="../tags/tag264.xml"/><Relationship Id="rId2" Type="http://schemas.openxmlformats.org/officeDocument/2006/relationships/tags" Target="../tags/tag263.xml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5" Type="http://schemas.openxmlformats.org/officeDocument/2006/relationships/tags" Target="../tags/tag270.xml"/><Relationship Id="rId4" Type="http://schemas.openxmlformats.org/officeDocument/2006/relationships/tags" Target="../tags/tag269.xml"/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5" Type="http://schemas.openxmlformats.org/officeDocument/2006/relationships/tags" Target="../tags/tag274.xml"/><Relationship Id="rId4" Type="http://schemas.openxmlformats.org/officeDocument/2006/relationships/tags" Target="../tags/tag273.xml"/><Relationship Id="rId3" Type="http://schemas.openxmlformats.org/officeDocument/2006/relationships/tags" Target="../tags/tag272.xml"/><Relationship Id="rId2" Type="http://schemas.openxmlformats.org/officeDocument/2006/relationships/tags" Target="../tags/tag271.xml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5" Type="http://schemas.openxmlformats.org/officeDocument/2006/relationships/tags" Target="../tags/tag278.xml"/><Relationship Id="rId4" Type="http://schemas.openxmlformats.org/officeDocument/2006/relationships/tags" Target="../tags/tag277.xml"/><Relationship Id="rId3" Type="http://schemas.openxmlformats.org/officeDocument/2006/relationships/tags" Target="../tags/tag276.xml"/><Relationship Id="rId2" Type="http://schemas.openxmlformats.org/officeDocument/2006/relationships/tags" Target="../tags/tag275.xml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5" Type="http://schemas.openxmlformats.org/officeDocument/2006/relationships/tags" Target="../tags/tag282.xml"/><Relationship Id="rId4" Type="http://schemas.openxmlformats.org/officeDocument/2006/relationships/tags" Target="../tags/tag281.xml"/><Relationship Id="rId3" Type="http://schemas.openxmlformats.org/officeDocument/2006/relationships/tags" Target="../tags/tag280.xml"/><Relationship Id="rId2" Type="http://schemas.openxmlformats.org/officeDocument/2006/relationships/tags" Target="../tags/tag279.xml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5" Type="http://schemas.openxmlformats.org/officeDocument/2006/relationships/tags" Target="../tags/tag286.xml"/><Relationship Id="rId4" Type="http://schemas.openxmlformats.org/officeDocument/2006/relationships/tags" Target="../tags/tag285.xml"/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7" Type="http://schemas.openxmlformats.org/officeDocument/2006/relationships/hyperlink" Target="http://www.1ppt.com/hangye/" TargetMode="External"/><Relationship Id="rId6" Type="http://schemas.openxmlformats.org/officeDocument/2006/relationships/tags" Target="../tags/tag291.xml"/><Relationship Id="rId5" Type="http://schemas.openxmlformats.org/officeDocument/2006/relationships/tags" Target="../tags/tag290.xml"/><Relationship Id="rId4" Type="http://schemas.openxmlformats.org/officeDocument/2006/relationships/tags" Target="../tags/tag289.xml"/><Relationship Id="rId3" Type="http://schemas.openxmlformats.org/officeDocument/2006/relationships/tags" Target="../tags/tag288.xml"/><Relationship Id="rId2" Type="http://schemas.openxmlformats.org/officeDocument/2006/relationships/tags" Target="../tags/tag287.xml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5" Type="http://schemas.openxmlformats.org/officeDocument/2006/relationships/tags" Target="../tags/tag295.xml"/><Relationship Id="rId4" Type="http://schemas.openxmlformats.org/officeDocument/2006/relationships/tags" Target="../tags/tag294.xml"/><Relationship Id="rId3" Type="http://schemas.openxmlformats.org/officeDocument/2006/relationships/tags" Target="../tags/tag293.xml"/><Relationship Id="rId2" Type="http://schemas.openxmlformats.org/officeDocument/2006/relationships/tags" Target="../tags/tag292.xml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4" Type="http://schemas.openxmlformats.org/officeDocument/2006/relationships/tags" Target="../tags/tag298.xml"/><Relationship Id="rId3" Type="http://schemas.openxmlformats.org/officeDocument/2006/relationships/tags" Target="../tags/tag297.xml"/><Relationship Id="rId2" Type="http://schemas.openxmlformats.org/officeDocument/2006/relationships/tags" Target="../tags/tag296.xml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5" Type="http://schemas.openxmlformats.org/officeDocument/2006/relationships/tags" Target="../tags/tag302.xml"/><Relationship Id="rId4" Type="http://schemas.openxmlformats.org/officeDocument/2006/relationships/tags" Target="../tags/tag301.xml"/><Relationship Id="rId3" Type="http://schemas.openxmlformats.org/officeDocument/2006/relationships/tags" Target="../tags/tag300.xml"/><Relationship Id="rId2" Type="http://schemas.openxmlformats.org/officeDocument/2006/relationships/tags" Target="../tags/tag299.xml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6" Type="http://schemas.openxmlformats.org/officeDocument/2006/relationships/tags" Target="../tags/tag307.xml"/><Relationship Id="rId5" Type="http://schemas.openxmlformats.org/officeDocument/2006/relationships/tags" Target="../tags/tag306.xml"/><Relationship Id="rId4" Type="http://schemas.openxmlformats.org/officeDocument/2006/relationships/tags" Target="../tags/tag305.xml"/><Relationship Id="rId3" Type="http://schemas.openxmlformats.org/officeDocument/2006/relationships/tags" Target="../tags/tag304.xml"/><Relationship Id="rId2" Type="http://schemas.openxmlformats.org/officeDocument/2006/relationships/tags" Target="../tags/tag303.xml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6" Type="http://schemas.openxmlformats.org/officeDocument/2006/relationships/tags" Target="../tags/tag324.xml"/><Relationship Id="rId5" Type="http://schemas.openxmlformats.org/officeDocument/2006/relationships/tags" Target="../tags/tag323.xml"/><Relationship Id="rId4" Type="http://schemas.openxmlformats.org/officeDocument/2006/relationships/tags" Target="../tags/tag322.xml"/><Relationship Id="rId3" Type="http://schemas.openxmlformats.org/officeDocument/2006/relationships/tags" Target="../tags/tag321.xml"/><Relationship Id="rId2" Type="http://schemas.openxmlformats.org/officeDocument/2006/relationships/tags" Target="../tags/tag320.xml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6" Type="http://schemas.openxmlformats.org/officeDocument/2006/relationships/tags" Target="../tags/tag329.xml"/><Relationship Id="rId5" Type="http://schemas.openxmlformats.org/officeDocument/2006/relationships/tags" Target="../tags/tag328.xml"/><Relationship Id="rId4" Type="http://schemas.openxmlformats.org/officeDocument/2006/relationships/tags" Target="../tags/tag327.xml"/><Relationship Id="rId3" Type="http://schemas.openxmlformats.org/officeDocument/2006/relationships/tags" Target="../tags/tag326.xml"/><Relationship Id="rId2" Type="http://schemas.openxmlformats.org/officeDocument/2006/relationships/tags" Target="../tags/tag325.xml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tags" Target="../tags/tag332.xml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5" Type="http://schemas.openxmlformats.org/officeDocument/2006/relationships/tags" Target="../tags/tag340.xml"/><Relationship Id="rId4" Type="http://schemas.openxmlformats.org/officeDocument/2006/relationships/tags" Target="../tags/tag339.xml"/><Relationship Id="rId3" Type="http://schemas.openxmlformats.org/officeDocument/2006/relationships/tags" Target="../tags/tag338.xml"/><Relationship Id="rId2" Type="http://schemas.openxmlformats.org/officeDocument/2006/relationships/tags" Target="../tags/tag337.xml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5" Type="http://schemas.openxmlformats.org/officeDocument/2006/relationships/tags" Target="../tags/tag344.xml"/><Relationship Id="rId4" Type="http://schemas.openxmlformats.org/officeDocument/2006/relationships/tags" Target="../tags/tag343.xml"/><Relationship Id="rId3" Type="http://schemas.openxmlformats.org/officeDocument/2006/relationships/tags" Target="../tags/tag342.xml"/><Relationship Id="rId2" Type="http://schemas.openxmlformats.org/officeDocument/2006/relationships/tags" Target="../tags/tag341.xml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5" Type="http://schemas.openxmlformats.org/officeDocument/2006/relationships/tags" Target="../tags/tag348.xml"/><Relationship Id="rId4" Type="http://schemas.openxmlformats.org/officeDocument/2006/relationships/tags" Target="../tags/tag347.xml"/><Relationship Id="rId3" Type="http://schemas.openxmlformats.org/officeDocument/2006/relationships/tags" Target="../tags/tag346.xml"/><Relationship Id="rId2" Type="http://schemas.openxmlformats.org/officeDocument/2006/relationships/tags" Target="../tags/tag345.xml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5" Type="http://schemas.openxmlformats.org/officeDocument/2006/relationships/tags" Target="../tags/tag352.xml"/><Relationship Id="rId4" Type="http://schemas.openxmlformats.org/officeDocument/2006/relationships/tags" Target="../tags/tag351.xml"/><Relationship Id="rId3" Type="http://schemas.openxmlformats.org/officeDocument/2006/relationships/tags" Target="../tags/tag350.xml"/><Relationship Id="rId2" Type="http://schemas.openxmlformats.org/officeDocument/2006/relationships/tags" Target="../tags/tag349.xml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5" Type="http://schemas.openxmlformats.org/officeDocument/2006/relationships/tags" Target="../tags/tag356.xml"/><Relationship Id="rId4" Type="http://schemas.openxmlformats.org/officeDocument/2006/relationships/tags" Target="../tags/tag355.xml"/><Relationship Id="rId3" Type="http://schemas.openxmlformats.org/officeDocument/2006/relationships/tags" Target="../tags/tag354.xml"/><Relationship Id="rId2" Type="http://schemas.openxmlformats.org/officeDocument/2006/relationships/tags" Target="../tags/tag353.xml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5" Type="http://schemas.openxmlformats.org/officeDocument/2006/relationships/tags" Target="../tags/tag360.xml"/><Relationship Id="rId4" Type="http://schemas.openxmlformats.org/officeDocument/2006/relationships/tags" Target="../tags/tag359.xml"/><Relationship Id="rId3" Type="http://schemas.openxmlformats.org/officeDocument/2006/relationships/tags" Target="../tags/tag358.xml"/><Relationship Id="rId2" Type="http://schemas.openxmlformats.org/officeDocument/2006/relationships/tags" Target="../tags/tag357.xml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5" Type="http://schemas.openxmlformats.org/officeDocument/2006/relationships/tags" Target="../tags/tag364.xml"/><Relationship Id="rId4" Type="http://schemas.openxmlformats.org/officeDocument/2006/relationships/tags" Target="../tags/tag363.xml"/><Relationship Id="rId3" Type="http://schemas.openxmlformats.org/officeDocument/2006/relationships/tags" Target="../tags/tag362.xml"/><Relationship Id="rId2" Type="http://schemas.openxmlformats.org/officeDocument/2006/relationships/tags" Target="../tags/tag361.xml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5" Type="http://schemas.openxmlformats.org/officeDocument/2006/relationships/tags" Target="../tags/tag368.xml"/><Relationship Id="rId4" Type="http://schemas.openxmlformats.org/officeDocument/2006/relationships/tags" Target="../tags/tag367.xml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5" Type="http://schemas.openxmlformats.org/officeDocument/2006/relationships/tags" Target="../tags/tag372.xml"/><Relationship Id="rId4" Type="http://schemas.openxmlformats.org/officeDocument/2006/relationships/tags" Target="../tags/tag371.xml"/><Relationship Id="rId3" Type="http://schemas.openxmlformats.org/officeDocument/2006/relationships/tags" Target="../tags/tag370.xml"/><Relationship Id="rId2" Type="http://schemas.openxmlformats.org/officeDocument/2006/relationships/tags" Target="../tags/tag369.xml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5" Type="http://schemas.openxmlformats.org/officeDocument/2006/relationships/tags" Target="../tags/tag376.xml"/><Relationship Id="rId4" Type="http://schemas.openxmlformats.org/officeDocument/2006/relationships/tags" Target="../tags/tag375.xml"/><Relationship Id="rId3" Type="http://schemas.openxmlformats.org/officeDocument/2006/relationships/tags" Target="../tags/tag374.xml"/><Relationship Id="rId2" Type="http://schemas.openxmlformats.org/officeDocument/2006/relationships/tags" Target="../tags/tag373.xml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5" Type="http://schemas.openxmlformats.org/officeDocument/2006/relationships/tags" Target="../tags/tag380.xml"/><Relationship Id="rId4" Type="http://schemas.openxmlformats.org/officeDocument/2006/relationships/tags" Target="../tags/tag379.xml"/><Relationship Id="rId3" Type="http://schemas.openxmlformats.org/officeDocument/2006/relationships/tags" Target="../tags/tag378.xml"/><Relationship Id="rId2" Type="http://schemas.openxmlformats.org/officeDocument/2006/relationships/tags" Target="../tags/tag377.xml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5" Type="http://schemas.openxmlformats.org/officeDocument/2006/relationships/tags" Target="../tags/tag384.xml"/><Relationship Id="rId4" Type="http://schemas.openxmlformats.org/officeDocument/2006/relationships/tags" Target="../tags/tag383.xml"/><Relationship Id="rId3" Type="http://schemas.openxmlformats.org/officeDocument/2006/relationships/tags" Target="../tags/tag382.xml"/><Relationship Id="rId2" Type="http://schemas.openxmlformats.org/officeDocument/2006/relationships/tags" Target="../tags/tag381.xml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5" Type="http://schemas.openxmlformats.org/officeDocument/2006/relationships/tags" Target="../tags/tag388.xml"/><Relationship Id="rId4" Type="http://schemas.openxmlformats.org/officeDocument/2006/relationships/tags" Target="../tags/tag387.xml"/><Relationship Id="rId3" Type="http://schemas.openxmlformats.org/officeDocument/2006/relationships/tags" Target="../tags/tag386.xml"/><Relationship Id="rId2" Type="http://schemas.openxmlformats.org/officeDocument/2006/relationships/tags" Target="../tags/tag385.xml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5" Type="http://schemas.openxmlformats.org/officeDocument/2006/relationships/tags" Target="../tags/tag392.xml"/><Relationship Id="rId4" Type="http://schemas.openxmlformats.org/officeDocument/2006/relationships/tags" Target="../tags/tag391.xml"/><Relationship Id="rId3" Type="http://schemas.openxmlformats.org/officeDocument/2006/relationships/tags" Target="../tags/tag390.xml"/><Relationship Id="rId2" Type="http://schemas.openxmlformats.org/officeDocument/2006/relationships/tags" Target="../tags/tag389.xml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5" Type="http://schemas.openxmlformats.org/officeDocument/2006/relationships/tags" Target="../tags/tag396.xml"/><Relationship Id="rId4" Type="http://schemas.openxmlformats.org/officeDocument/2006/relationships/tags" Target="../tags/tag395.xml"/><Relationship Id="rId3" Type="http://schemas.openxmlformats.org/officeDocument/2006/relationships/tags" Target="../tags/tag394.xml"/><Relationship Id="rId2" Type="http://schemas.openxmlformats.org/officeDocument/2006/relationships/tags" Target="../tags/tag393.xml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5" Type="http://schemas.openxmlformats.org/officeDocument/2006/relationships/tags" Target="../tags/tag400.xml"/><Relationship Id="rId4" Type="http://schemas.openxmlformats.org/officeDocument/2006/relationships/tags" Target="../tags/tag399.xml"/><Relationship Id="rId3" Type="http://schemas.openxmlformats.org/officeDocument/2006/relationships/tags" Target="../tags/tag398.xml"/><Relationship Id="rId2" Type="http://schemas.openxmlformats.org/officeDocument/2006/relationships/tags" Target="../tags/tag397.xml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5" Type="http://schemas.openxmlformats.org/officeDocument/2006/relationships/tags" Target="../tags/tag404.xml"/><Relationship Id="rId4" Type="http://schemas.openxmlformats.org/officeDocument/2006/relationships/tags" Target="../tags/tag403.xml"/><Relationship Id="rId3" Type="http://schemas.openxmlformats.org/officeDocument/2006/relationships/tags" Target="../tags/tag402.xml"/><Relationship Id="rId2" Type="http://schemas.openxmlformats.org/officeDocument/2006/relationships/tags" Target="../tags/tag401.xml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5" Type="http://schemas.openxmlformats.org/officeDocument/2006/relationships/tags" Target="../tags/tag408.xml"/><Relationship Id="rId4" Type="http://schemas.openxmlformats.org/officeDocument/2006/relationships/tags" Target="../tags/tag407.xml"/><Relationship Id="rId3" Type="http://schemas.openxmlformats.org/officeDocument/2006/relationships/tags" Target="../tags/tag406.xml"/><Relationship Id="rId2" Type="http://schemas.openxmlformats.org/officeDocument/2006/relationships/tags" Target="../tags/tag405.xml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5" Type="http://schemas.openxmlformats.org/officeDocument/2006/relationships/tags" Target="../tags/tag412.xml"/><Relationship Id="rId4" Type="http://schemas.openxmlformats.org/officeDocument/2006/relationships/tags" Target="../tags/tag411.xml"/><Relationship Id="rId3" Type="http://schemas.openxmlformats.org/officeDocument/2006/relationships/tags" Target="../tags/tag410.xml"/><Relationship Id="rId2" Type="http://schemas.openxmlformats.org/officeDocument/2006/relationships/tags" Target="../tags/tag409.xml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5" Type="http://schemas.openxmlformats.org/officeDocument/2006/relationships/tags" Target="../tags/tag416.xml"/><Relationship Id="rId4" Type="http://schemas.openxmlformats.org/officeDocument/2006/relationships/tags" Target="../tags/tag415.xml"/><Relationship Id="rId3" Type="http://schemas.openxmlformats.org/officeDocument/2006/relationships/tags" Target="../tags/tag414.xml"/><Relationship Id="rId2" Type="http://schemas.openxmlformats.org/officeDocument/2006/relationships/tags" Target="../tags/tag413.xml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5" Type="http://schemas.openxmlformats.org/officeDocument/2006/relationships/tags" Target="../tags/tag420.xml"/><Relationship Id="rId4" Type="http://schemas.openxmlformats.org/officeDocument/2006/relationships/tags" Target="../tags/tag419.xml"/><Relationship Id="rId3" Type="http://schemas.openxmlformats.org/officeDocument/2006/relationships/tags" Target="../tags/tag418.xml"/><Relationship Id="rId2" Type="http://schemas.openxmlformats.org/officeDocument/2006/relationships/tags" Target="../tags/tag417.xml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5" Type="http://schemas.openxmlformats.org/officeDocument/2006/relationships/tags" Target="../tags/tag424.xml"/><Relationship Id="rId4" Type="http://schemas.openxmlformats.org/officeDocument/2006/relationships/tags" Target="../tags/tag423.xml"/><Relationship Id="rId3" Type="http://schemas.openxmlformats.org/officeDocument/2006/relationships/tags" Target="../tags/tag422.xml"/><Relationship Id="rId2" Type="http://schemas.openxmlformats.org/officeDocument/2006/relationships/tags" Target="../tags/tag421.xml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5" Type="http://schemas.openxmlformats.org/officeDocument/2006/relationships/tags" Target="../tags/tag428.xml"/><Relationship Id="rId4" Type="http://schemas.openxmlformats.org/officeDocument/2006/relationships/tags" Target="../tags/tag427.xml"/><Relationship Id="rId3" Type="http://schemas.openxmlformats.org/officeDocument/2006/relationships/tags" Target="../tags/tag426.xml"/><Relationship Id="rId2" Type="http://schemas.openxmlformats.org/officeDocument/2006/relationships/tags" Target="../tags/tag425.xml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5" Type="http://schemas.openxmlformats.org/officeDocument/2006/relationships/tags" Target="../tags/tag432.xml"/><Relationship Id="rId4" Type="http://schemas.openxmlformats.org/officeDocument/2006/relationships/tags" Target="../tags/tag431.xml"/><Relationship Id="rId3" Type="http://schemas.openxmlformats.org/officeDocument/2006/relationships/tags" Target="../tags/tag430.xml"/><Relationship Id="rId2" Type="http://schemas.openxmlformats.org/officeDocument/2006/relationships/tags" Target="../tags/tag429.xml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5" Type="http://schemas.openxmlformats.org/officeDocument/2006/relationships/tags" Target="../tags/tag436.xml"/><Relationship Id="rId4" Type="http://schemas.openxmlformats.org/officeDocument/2006/relationships/tags" Target="../tags/tag435.xml"/><Relationship Id="rId3" Type="http://schemas.openxmlformats.org/officeDocument/2006/relationships/tags" Target="../tags/tag434.xml"/><Relationship Id="rId2" Type="http://schemas.openxmlformats.org/officeDocument/2006/relationships/tags" Target="../tags/tag433.xml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5" Type="http://schemas.openxmlformats.org/officeDocument/2006/relationships/tags" Target="../tags/tag440.xml"/><Relationship Id="rId4" Type="http://schemas.openxmlformats.org/officeDocument/2006/relationships/tags" Target="../tags/tag439.xml"/><Relationship Id="rId3" Type="http://schemas.openxmlformats.org/officeDocument/2006/relationships/tags" Target="../tags/tag438.xml"/><Relationship Id="rId2" Type="http://schemas.openxmlformats.org/officeDocument/2006/relationships/tags" Target="../tags/tag437.xml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5" Type="http://schemas.openxmlformats.org/officeDocument/2006/relationships/tags" Target="../tags/tag444.xml"/><Relationship Id="rId4" Type="http://schemas.openxmlformats.org/officeDocument/2006/relationships/tags" Target="../tags/tag443.xml"/><Relationship Id="rId3" Type="http://schemas.openxmlformats.org/officeDocument/2006/relationships/tags" Target="../tags/tag442.xml"/><Relationship Id="rId2" Type="http://schemas.openxmlformats.org/officeDocument/2006/relationships/tags" Target="../tags/tag441.xml"/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5" Type="http://schemas.openxmlformats.org/officeDocument/2006/relationships/tags" Target="../tags/tag448.xml"/><Relationship Id="rId4" Type="http://schemas.openxmlformats.org/officeDocument/2006/relationships/tags" Target="../tags/tag447.xml"/><Relationship Id="rId3" Type="http://schemas.openxmlformats.org/officeDocument/2006/relationships/tags" Target="../tags/tag446.xml"/><Relationship Id="rId2" Type="http://schemas.openxmlformats.org/officeDocument/2006/relationships/tags" Target="../tags/tag445.xml"/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5" Type="http://schemas.openxmlformats.org/officeDocument/2006/relationships/tags" Target="../tags/tag452.xml"/><Relationship Id="rId4" Type="http://schemas.openxmlformats.org/officeDocument/2006/relationships/tags" Target="../tags/tag451.xml"/><Relationship Id="rId3" Type="http://schemas.openxmlformats.org/officeDocument/2006/relationships/tags" Target="../tags/tag450.xml"/><Relationship Id="rId2" Type="http://schemas.openxmlformats.org/officeDocument/2006/relationships/tags" Target="../tags/tag449.xml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5" Type="http://schemas.openxmlformats.org/officeDocument/2006/relationships/tags" Target="../tags/tag456.xml"/><Relationship Id="rId4" Type="http://schemas.openxmlformats.org/officeDocument/2006/relationships/tags" Target="../tags/tag455.xml"/><Relationship Id="rId3" Type="http://schemas.openxmlformats.org/officeDocument/2006/relationships/tags" Target="../tags/tag454.xml"/><Relationship Id="rId2" Type="http://schemas.openxmlformats.org/officeDocument/2006/relationships/tags" Target="../tags/tag453.xml"/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5" Type="http://schemas.openxmlformats.org/officeDocument/2006/relationships/tags" Target="../tags/tag460.xml"/><Relationship Id="rId4" Type="http://schemas.openxmlformats.org/officeDocument/2006/relationships/tags" Target="../tags/tag459.xml"/><Relationship Id="rId3" Type="http://schemas.openxmlformats.org/officeDocument/2006/relationships/tags" Target="../tags/tag458.xml"/><Relationship Id="rId2" Type="http://schemas.openxmlformats.org/officeDocument/2006/relationships/tags" Target="../tags/tag457.xml"/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5" Type="http://schemas.openxmlformats.org/officeDocument/2006/relationships/tags" Target="../tags/tag464.xml"/><Relationship Id="rId4" Type="http://schemas.openxmlformats.org/officeDocument/2006/relationships/tags" Target="../tags/tag463.xml"/><Relationship Id="rId3" Type="http://schemas.openxmlformats.org/officeDocument/2006/relationships/tags" Target="../tags/tag462.xml"/><Relationship Id="rId2" Type="http://schemas.openxmlformats.org/officeDocument/2006/relationships/tags" Target="../tags/tag461.xml"/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5" Type="http://schemas.openxmlformats.org/officeDocument/2006/relationships/tags" Target="../tags/tag468.xml"/><Relationship Id="rId4" Type="http://schemas.openxmlformats.org/officeDocument/2006/relationships/tags" Target="../tags/tag467.xml"/><Relationship Id="rId3" Type="http://schemas.openxmlformats.org/officeDocument/2006/relationships/tags" Target="../tags/tag466.xml"/><Relationship Id="rId2" Type="http://schemas.openxmlformats.org/officeDocument/2006/relationships/tags" Target="../tags/tag465.xml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5" Type="http://schemas.openxmlformats.org/officeDocument/2006/relationships/tags" Target="../tags/tag472.xml"/><Relationship Id="rId4" Type="http://schemas.openxmlformats.org/officeDocument/2006/relationships/tags" Target="../tags/tag471.xml"/><Relationship Id="rId3" Type="http://schemas.openxmlformats.org/officeDocument/2006/relationships/tags" Target="../tags/tag470.xml"/><Relationship Id="rId2" Type="http://schemas.openxmlformats.org/officeDocument/2006/relationships/tags" Target="../tags/tag469.xml"/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" Type="http://schemas.openxmlformats.org/officeDocument/2006/relationships/tags" Target="../tags/tag473.xml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5" Type="http://schemas.openxmlformats.org/officeDocument/2006/relationships/tags" Target="../tags/tag480.xml"/><Relationship Id="rId4" Type="http://schemas.openxmlformats.org/officeDocument/2006/relationships/tags" Target="../tags/tag479.xml"/><Relationship Id="rId3" Type="http://schemas.openxmlformats.org/officeDocument/2006/relationships/tags" Target="../tags/tag478.xml"/><Relationship Id="rId2" Type="http://schemas.openxmlformats.org/officeDocument/2006/relationships/tags" Target="../tags/tag477.xml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5" Type="http://schemas.openxmlformats.org/officeDocument/2006/relationships/tags" Target="../tags/tag484.xml"/><Relationship Id="rId4" Type="http://schemas.openxmlformats.org/officeDocument/2006/relationships/tags" Target="../tags/tag483.xml"/><Relationship Id="rId3" Type="http://schemas.openxmlformats.org/officeDocument/2006/relationships/tags" Target="../tags/tag482.xml"/><Relationship Id="rId2" Type="http://schemas.openxmlformats.org/officeDocument/2006/relationships/tags" Target="../tags/tag481.xml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5" Type="http://schemas.openxmlformats.org/officeDocument/2006/relationships/tags" Target="../tags/tag488.xml"/><Relationship Id="rId4" Type="http://schemas.openxmlformats.org/officeDocument/2006/relationships/tags" Target="../tags/tag487.xml"/><Relationship Id="rId3" Type="http://schemas.openxmlformats.org/officeDocument/2006/relationships/tags" Target="../tags/tag486.xml"/><Relationship Id="rId2" Type="http://schemas.openxmlformats.org/officeDocument/2006/relationships/tags" Target="../tags/tag485.xml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5" Type="http://schemas.openxmlformats.org/officeDocument/2006/relationships/tags" Target="../tags/tag492.xml"/><Relationship Id="rId4" Type="http://schemas.openxmlformats.org/officeDocument/2006/relationships/tags" Target="../tags/tag491.xml"/><Relationship Id="rId3" Type="http://schemas.openxmlformats.org/officeDocument/2006/relationships/tags" Target="../tags/tag490.xml"/><Relationship Id="rId2" Type="http://schemas.openxmlformats.org/officeDocument/2006/relationships/tags" Target="../tags/tag489.xml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5" Type="http://schemas.openxmlformats.org/officeDocument/2006/relationships/tags" Target="../tags/tag496.xml"/><Relationship Id="rId4" Type="http://schemas.openxmlformats.org/officeDocument/2006/relationships/tags" Target="../tags/tag495.xml"/><Relationship Id="rId3" Type="http://schemas.openxmlformats.org/officeDocument/2006/relationships/tags" Target="../tags/tag494.xml"/><Relationship Id="rId2" Type="http://schemas.openxmlformats.org/officeDocument/2006/relationships/tags" Target="../tags/tag493.xml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5" Type="http://schemas.openxmlformats.org/officeDocument/2006/relationships/tags" Target="../tags/tag500.xml"/><Relationship Id="rId4" Type="http://schemas.openxmlformats.org/officeDocument/2006/relationships/tags" Target="../tags/tag499.xml"/><Relationship Id="rId3" Type="http://schemas.openxmlformats.org/officeDocument/2006/relationships/tags" Target="../tags/tag498.xml"/><Relationship Id="rId2" Type="http://schemas.openxmlformats.org/officeDocument/2006/relationships/tags" Target="../tags/tag497.xml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5" Type="http://schemas.openxmlformats.org/officeDocument/2006/relationships/tags" Target="../tags/tag504.xml"/><Relationship Id="rId4" Type="http://schemas.openxmlformats.org/officeDocument/2006/relationships/tags" Target="../tags/tag503.xml"/><Relationship Id="rId3" Type="http://schemas.openxmlformats.org/officeDocument/2006/relationships/tags" Target="../tags/tag502.xml"/><Relationship Id="rId2" Type="http://schemas.openxmlformats.org/officeDocument/2006/relationships/tags" Target="../tags/tag501.xml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5" Type="http://schemas.openxmlformats.org/officeDocument/2006/relationships/tags" Target="../tags/tag508.xml"/><Relationship Id="rId4" Type="http://schemas.openxmlformats.org/officeDocument/2006/relationships/tags" Target="../tags/tag507.xml"/><Relationship Id="rId3" Type="http://schemas.openxmlformats.org/officeDocument/2006/relationships/tags" Target="../tags/tag506.xml"/><Relationship Id="rId2" Type="http://schemas.openxmlformats.org/officeDocument/2006/relationships/tags" Target="../tags/tag505.xml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5" Type="http://schemas.openxmlformats.org/officeDocument/2006/relationships/tags" Target="../tags/tag512.xml"/><Relationship Id="rId4" Type="http://schemas.openxmlformats.org/officeDocument/2006/relationships/tags" Target="../tags/tag511.xml"/><Relationship Id="rId3" Type="http://schemas.openxmlformats.org/officeDocument/2006/relationships/tags" Target="../tags/tag510.xml"/><Relationship Id="rId2" Type="http://schemas.openxmlformats.org/officeDocument/2006/relationships/tags" Target="../tags/tag509.xml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5" Type="http://schemas.openxmlformats.org/officeDocument/2006/relationships/tags" Target="../tags/tag516.xml"/><Relationship Id="rId4" Type="http://schemas.openxmlformats.org/officeDocument/2006/relationships/tags" Target="../tags/tag515.xml"/><Relationship Id="rId3" Type="http://schemas.openxmlformats.org/officeDocument/2006/relationships/tags" Target="../tags/tag514.xml"/><Relationship Id="rId2" Type="http://schemas.openxmlformats.org/officeDocument/2006/relationships/tags" Target="../tags/tag513.xml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5" Type="http://schemas.openxmlformats.org/officeDocument/2006/relationships/tags" Target="../tags/tag520.xml"/><Relationship Id="rId4" Type="http://schemas.openxmlformats.org/officeDocument/2006/relationships/tags" Target="../tags/tag519.xml"/><Relationship Id="rId3" Type="http://schemas.openxmlformats.org/officeDocument/2006/relationships/tags" Target="../tags/tag518.xml"/><Relationship Id="rId2" Type="http://schemas.openxmlformats.org/officeDocument/2006/relationships/tags" Target="../tags/tag517.xml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5" Type="http://schemas.openxmlformats.org/officeDocument/2006/relationships/tags" Target="../tags/tag524.xml"/><Relationship Id="rId4" Type="http://schemas.openxmlformats.org/officeDocument/2006/relationships/tags" Target="../tags/tag523.xml"/><Relationship Id="rId3" Type="http://schemas.openxmlformats.org/officeDocument/2006/relationships/tags" Target="../tags/tag522.xml"/><Relationship Id="rId2" Type="http://schemas.openxmlformats.org/officeDocument/2006/relationships/tags" Target="../tags/tag521.xml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5" Type="http://schemas.openxmlformats.org/officeDocument/2006/relationships/tags" Target="../tags/tag528.xml"/><Relationship Id="rId4" Type="http://schemas.openxmlformats.org/officeDocument/2006/relationships/tags" Target="../tags/tag527.xml"/><Relationship Id="rId3" Type="http://schemas.openxmlformats.org/officeDocument/2006/relationships/tags" Target="../tags/tag526.xml"/><Relationship Id="rId2" Type="http://schemas.openxmlformats.org/officeDocument/2006/relationships/tags" Target="../tags/tag525.xml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5" Type="http://schemas.openxmlformats.org/officeDocument/2006/relationships/tags" Target="../tags/tag532.xml"/><Relationship Id="rId4" Type="http://schemas.openxmlformats.org/officeDocument/2006/relationships/tags" Target="../tags/tag531.xml"/><Relationship Id="rId3" Type="http://schemas.openxmlformats.org/officeDocument/2006/relationships/tags" Target="../tags/tag530.xml"/><Relationship Id="rId2" Type="http://schemas.openxmlformats.org/officeDocument/2006/relationships/tags" Target="../tags/tag529.xml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5" Type="http://schemas.openxmlformats.org/officeDocument/2006/relationships/tags" Target="../tags/tag536.xml"/><Relationship Id="rId4" Type="http://schemas.openxmlformats.org/officeDocument/2006/relationships/tags" Target="../tags/tag535.xml"/><Relationship Id="rId3" Type="http://schemas.openxmlformats.org/officeDocument/2006/relationships/tags" Target="../tags/tag534.xml"/><Relationship Id="rId2" Type="http://schemas.openxmlformats.org/officeDocument/2006/relationships/tags" Target="../tags/tag533.xml"/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5" Type="http://schemas.openxmlformats.org/officeDocument/2006/relationships/tags" Target="../tags/tag540.xml"/><Relationship Id="rId4" Type="http://schemas.openxmlformats.org/officeDocument/2006/relationships/tags" Target="../tags/tag539.xml"/><Relationship Id="rId3" Type="http://schemas.openxmlformats.org/officeDocument/2006/relationships/tags" Target="../tags/tag538.xml"/><Relationship Id="rId2" Type="http://schemas.openxmlformats.org/officeDocument/2006/relationships/tags" Target="../tags/tag537.xml"/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5" Type="http://schemas.openxmlformats.org/officeDocument/2006/relationships/tags" Target="../tags/tag544.xml"/><Relationship Id="rId4" Type="http://schemas.openxmlformats.org/officeDocument/2006/relationships/tags" Target="../tags/tag543.xml"/><Relationship Id="rId3" Type="http://schemas.openxmlformats.org/officeDocument/2006/relationships/tags" Target="../tags/tag542.xml"/><Relationship Id="rId2" Type="http://schemas.openxmlformats.org/officeDocument/2006/relationships/tags" Target="../tags/tag541.xml"/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5" Type="http://schemas.openxmlformats.org/officeDocument/2006/relationships/tags" Target="../tags/tag548.xml"/><Relationship Id="rId4" Type="http://schemas.openxmlformats.org/officeDocument/2006/relationships/tags" Target="../tags/tag547.xml"/><Relationship Id="rId3" Type="http://schemas.openxmlformats.org/officeDocument/2006/relationships/tags" Target="../tags/tag546.xml"/><Relationship Id="rId2" Type="http://schemas.openxmlformats.org/officeDocument/2006/relationships/tags" Target="../tags/tag545.xml"/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5" Type="http://schemas.openxmlformats.org/officeDocument/2006/relationships/tags" Target="../tags/tag552.xml"/><Relationship Id="rId4" Type="http://schemas.openxmlformats.org/officeDocument/2006/relationships/tags" Target="../tags/tag551.xml"/><Relationship Id="rId3" Type="http://schemas.openxmlformats.org/officeDocument/2006/relationships/tags" Target="../tags/tag550.xml"/><Relationship Id="rId2" Type="http://schemas.openxmlformats.org/officeDocument/2006/relationships/tags" Target="../tags/tag549.xml"/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5" Type="http://schemas.openxmlformats.org/officeDocument/2006/relationships/tags" Target="../tags/tag556.xml"/><Relationship Id="rId4" Type="http://schemas.openxmlformats.org/officeDocument/2006/relationships/tags" Target="../tags/tag555.xml"/><Relationship Id="rId3" Type="http://schemas.openxmlformats.org/officeDocument/2006/relationships/tags" Target="../tags/tag554.xml"/><Relationship Id="rId2" Type="http://schemas.openxmlformats.org/officeDocument/2006/relationships/tags" Target="../tags/tag553.xml"/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5" Type="http://schemas.openxmlformats.org/officeDocument/2006/relationships/tags" Target="../tags/tag560.xml"/><Relationship Id="rId4" Type="http://schemas.openxmlformats.org/officeDocument/2006/relationships/tags" Target="../tags/tag559.xml"/><Relationship Id="rId3" Type="http://schemas.openxmlformats.org/officeDocument/2006/relationships/tags" Target="../tags/tag558.xml"/><Relationship Id="rId2" Type="http://schemas.openxmlformats.org/officeDocument/2006/relationships/tags" Target="../tags/tag557.xml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5" Type="http://schemas.openxmlformats.org/officeDocument/2006/relationships/tags" Target="../tags/tag564.xml"/><Relationship Id="rId4" Type="http://schemas.openxmlformats.org/officeDocument/2006/relationships/tags" Target="../tags/tag563.xml"/><Relationship Id="rId3" Type="http://schemas.openxmlformats.org/officeDocument/2006/relationships/tags" Target="../tags/tag562.xml"/><Relationship Id="rId2" Type="http://schemas.openxmlformats.org/officeDocument/2006/relationships/tags" Target="../tags/tag561.xml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5" Type="http://schemas.openxmlformats.org/officeDocument/2006/relationships/tags" Target="../tags/tag568.xml"/><Relationship Id="rId4" Type="http://schemas.openxmlformats.org/officeDocument/2006/relationships/tags" Target="../tags/tag567.xml"/><Relationship Id="rId3" Type="http://schemas.openxmlformats.org/officeDocument/2006/relationships/tags" Target="../tags/tag566.xml"/><Relationship Id="rId2" Type="http://schemas.openxmlformats.org/officeDocument/2006/relationships/tags" Target="../tags/tag565.xml"/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5" Type="http://schemas.openxmlformats.org/officeDocument/2006/relationships/tags" Target="../tags/tag572.xml"/><Relationship Id="rId4" Type="http://schemas.openxmlformats.org/officeDocument/2006/relationships/tags" Target="../tags/tag571.xml"/><Relationship Id="rId3" Type="http://schemas.openxmlformats.org/officeDocument/2006/relationships/tags" Target="../tags/tag570.xml"/><Relationship Id="rId2" Type="http://schemas.openxmlformats.org/officeDocument/2006/relationships/tags" Target="../tags/tag569.xml"/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5" Type="http://schemas.openxmlformats.org/officeDocument/2006/relationships/tags" Target="../tags/tag576.xml"/><Relationship Id="rId4" Type="http://schemas.openxmlformats.org/officeDocument/2006/relationships/tags" Target="../tags/tag575.xml"/><Relationship Id="rId3" Type="http://schemas.openxmlformats.org/officeDocument/2006/relationships/tags" Target="../tags/tag574.xml"/><Relationship Id="rId2" Type="http://schemas.openxmlformats.org/officeDocument/2006/relationships/tags" Target="../tags/tag573.xml"/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5" Type="http://schemas.openxmlformats.org/officeDocument/2006/relationships/tags" Target="../tags/tag580.xml"/><Relationship Id="rId4" Type="http://schemas.openxmlformats.org/officeDocument/2006/relationships/tags" Target="../tags/tag579.xml"/><Relationship Id="rId3" Type="http://schemas.openxmlformats.org/officeDocument/2006/relationships/tags" Target="../tags/tag578.xml"/><Relationship Id="rId2" Type="http://schemas.openxmlformats.org/officeDocument/2006/relationships/tags" Target="../tags/tag577.xml"/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5" Type="http://schemas.openxmlformats.org/officeDocument/2006/relationships/tags" Target="../tags/tag584.xml"/><Relationship Id="rId4" Type="http://schemas.openxmlformats.org/officeDocument/2006/relationships/tags" Target="../tags/tag583.xml"/><Relationship Id="rId3" Type="http://schemas.openxmlformats.org/officeDocument/2006/relationships/tags" Target="../tags/tag582.xml"/><Relationship Id="rId2" Type="http://schemas.openxmlformats.org/officeDocument/2006/relationships/tags" Target="../tags/tag581.xml"/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5" Type="http://schemas.openxmlformats.org/officeDocument/2006/relationships/tags" Target="../tags/tag588.xml"/><Relationship Id="rId4" Type="http://schemas.openxmlformats.org/officeDocument/2006/relationships/tags" Target="../tags/tag587.xml"/><Relationship Id="rId3" Type="http://schemas.openxmlformats.org/officeDocument/2006/relationships/tags" Target="../tags/tag586.xml"/><Relationship Id="rId2" Type="http://schemas.openxmlformats.org/officeDocument/2006/relationships/tags" Target="../tags/tag585.xml"/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5" Type="http://schemas.openxmlformats.org/officeDocument/2006/relationships/tags" Target="../tags/tag592.xml"/><Relationship Id="rId4" Type="http://schemas.openxmlformats.org/officeDocument/2006/relationships/tags" Target="../tags/tag591.xml"/><Relationship Id="rId3" Type="http://schemas.openxmlformats.org/officeDocument/2006/relationships/tags" Target="../tags/tag590.xml"/><Relationship Id="rId2" Type="http://schemas.openxmlformats.org/officeDocument/2006/relationships/tags" Target="../tags/tag589.xml"/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5" Type="http://schemas.openxmlformats.org/officeDocument/2006/relationships/tags" Target="../tags/tag596.xml"/><Relationship Id="rId4" Type="http://schemas.openxmlformats.org/officeDocument/2006/relationships/tags" Target="../tags/tag595.xml"/><Relationship Id="rId3" Type="http://schemas.openxmlformats.org/officeDocument/2006/relationships/tags" Target="../tags/tag594.xml"/><Relationship Id="rId2" Type="http://schemas.openxmlformats.org/officeDocument/2006/relationships/tags" Target="../tags/tag593.xml"/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7" Type="http://schemas.openxmlformats.org/officeDocument/2006/relationships/hyperlink" Target="http://www.1ppt.com/hangye/" TargetMode="External"/><Relationship Id="rId6" Type="http://schemas.openxmlformats.org/officeDocument/2006/relationships/tags" Target="../tags/tag601.xml"/><Relationship Id="rId5" Type="http://schemas.openxmlformats.org/officeDocument/2006/relationships/tags" Target="../tags/tag600.xml"/><Relationship Id="rId4" Type="http://schemas.openxmlformats.org/officeDocument/2006/relationships/tags" Target="../tags/tag599.xml"/><Relationship Id="rId3" Type="http://schemas.openxmlformats.org/officeDocument/2006/relationships/tags" Target="../tags/tag598.xml"/><Relationship Id="rId2" Type="http://schemas.openxmlformats.org/officeDocument/2006/relationships/tags" Target="../tags/tag597.xml"/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5" Type="http://schemas.openxmlformats.org/officeDocument/2006/relationships/tags" Target="../tags/tag605.xml"/><Relationship Id="rId4" Type="http://schemas.openxmlformats.org/officeDocument/2006/relationships/tags" Target="../tags/tag604.xml"/><Relationship Id="rId3" Type="http://schemas.openxmlformats.org/officeDocument/2006/relationships/tags" Target="../tags/tag603.xml"/><Relationship Id="rId2" Type="http://schemas.openxmlformats.org/officeDocument/2006/relationships/tags" Target="../tags/tag602.xml"/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4" Type="http://schemas.openxmlformats.org/officeDocument/2006/relationships/tags" Target="../tags/tag608.xml"/><Relationship Id="rId3" Type="http://schemas.openxmlformats.org/officeDocument/2006/relationships/tags" Target="../tags/tag607.xml"/><Relationship Id="rId2" Type="http://schemas.openxmlformats.org/officeDocument/2006/relationships/tags" Target="../tags/tag606.xml"/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5" Type="http://schemas.openxmlformats.org/officeDocument/2006/relationships/tags" Target="../tags/tag612.xml"/><Relationship Id="rId4" Type="http://schemas.openxmlformats.org/officeDocument/2006/relationships/tags" Target="../tags/tag611.xml"/><Relationship Id="rId3" Type="http://schemas.openxmlformats.org/officeDocument/2006/relationships/tags" Target="../tags/tag610.xml"/><Relationship Id="rId2" Type="http://schemas.openxmlformats.org/officeDocument/2006/relationships/tags" Target="../tags/tag609.xml"/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6" Type="http://schemas.openxmlformats.org/officeDocument/2006/relationships/tags" Target="../tags/tag617.xml"/><Relationship Id="rId5" Type="http://schemas.openxmlformats.org/officeDocument/2006/relationships/tags" Target="../tags/tag616.xml"/><Relationship Id="rId4" Type="http://schemas.openxmlformats.org/officeDocument/2006/relationships/tags" Target="../tags/tag615.xml"/><Relationship Id="rId3" Type="http://schemas.openxmlformats.org/officeDocument/2006/relationships/tags" Target="../tags/tag614.xml"/><Relationship Id="rId2" Type="http://schemas.openxmlformats.org/officeDocument/2006/relationships/tags" Target="../tags/tag613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5"/>
          <p:cNvSpPr txBox="1"/>
          <p:nvPr userDrawn="1">
            <p:custDataLst>
              <p:tags r:id="rId6"/>
            </p:custDataLst>
          </p:nvPr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2C9AACE-51AC-4503-B612-4F3A607D293B}" type="slidenum">
              <a:rPr lang="zh-CN" altLang="en-US" smtClean="0"/>
            </a:fld>
            <a:endParaRPr lang="zh-CN" altLang="en-US"/>
          </a:p>
        </p:txBody>
      </p:sp>
      <p:sp>
        <p:nvSpPr>
          <p:cNvPr id="8" name="L 形 7"/>
          <p:cNvSpPr/>
          <p:nvPr userDrawn="1">
            <p:custDataLst>
              <p:tags r:id="rId3"/>
            </p:custDataLst>
          </p:nvPr>
        </p:nvSpPr>
        <p:spPr>
          <a:xfrm rot="10800000">
            <a:off x="7880666" y="-1623032"/>
            <a:ext cx="5834338" cy="4474639"/>
          </a:xfrm>
          <a:prstGeom prst="corner">
            <a:avLst>
              <a:gd name="adj1" fmla="val 36913"/>
              <a:gd name="adj2" fmla="val 3479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L 形 9"/>
          <p:cNvSpPr/>
          <p:nvPr userDrawn="1">
            <p:custDataLst>
              <p:tags r:id="rId4"/>
            </p:custDataLst>
          </p:nvPr>
        </p:nvSpPr>
        <p:spPr>
          <a:xfrm rot="10800000">
            <a:off x="7910374" y="-1662497"/>
            <a:ext cx="5834338" cy="4474639"/>
          </a:xfrm>
          <a:prstGeom prst="corner">
            <a:avLst>
              <a:gd name="adj1" fmla="val 36913"/>
              <a:gd name="adj2" fmla="val 3479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 userDrawn="1">
            <p:custDataLst>
              <p:tags r:id="rId5"/>
            </p:custDataLst>
          </p:nvPr>
        </p:nvSpPr>
        <p:spPr>
          <a:xfrm>
            <a:off x="83020" y="188207"/>
            <a:ext cx="11904388" cy="660205"/>
          </a:xfrm>
          <a:prstGeom prst="roundRect">
            <a:avLst>
              <a:gd name="adj" fmla="val 1031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  <p:hf sldNum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5"/>
          <p:cNvSpPr txBox="1"/>
          <p:nvPr userDrawn="1">
            <p:custDataLst>
              <p:tags r:id="rId6"/>
            </p:custDataLst>
          </p:nvPr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2C9AACE-51AC-4503-B612-4F3A607D293B}" type="slidenum">
              <a:rPr lang="zh-CN" altLang="en-US" smtClean="0"/>
            </a:fld>
            <a:endParaRPr lang="zh-CN" altLang="en-US"/>
          </a:p>
        </p:txBody>
      </p:sp>
      <p:sp>
        <p:nvSpPr>
          <p:cNvPr id="8" name="L 形 7"/>
          <p:cNvSpPr/>
          <p:nvPr userDrawn="1">
            <p:custDataLst>
              <p:tags r:id="rId3"/>
            </p:custDataLst>
          </p:nvPr>
        </p:nvSpPr>
        <p:spPr>
          <a:xfrm rot="10800000">
            <a:off x="7880666" y="-1623032"/>
            <a:ext cx="5834338" cy="4474639"/>
          </a:xfrm>
          <a:prstGeom prst="corner">
            <a:avLst>
              <a:gd name="adj1" fmla="val 36913"/>
              <a:gd name="adj2" fmla="val 3479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L 形 9"/>
          <p:cNvSpPr/>
          <p:nvPr userDrawn="1">
            <p:custDataLst>
              <p:tags r:id="rId4"/>
            </p:custDataLst>
          </p:nvPr>
        </p:nvSpPr>
        <p:spPr>
          <a:xfrm rot="10800000">
            <a:off x="7910374" y="-1662497"/>
            <a:ext cx="5834338" cy="4474639"/>
          </a:xfrm>
          <a:prstGeom prst="corner">
            <a:avLst>
              <a:gd name="adj1" fmla="val 36913"/>
              <a:gd name="adj2" fmla="val 3479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 userDrawn="1">
            <p:custDataLst>
              <p:tags r:id="rId5"/>
            </p:custDataLst>
          </p:nvPr>
        </p:nvSpPr>
        <p:spPr>
          <a:xfrm>
            <a:off x="83020" y="188207"/>
            <a:ext cx="11904388" cy="660205"/>
          </a:xfrm>
          <a:prstGeom prst="roundRect">
            <a:avLst>
              <a:gd name="adj" fmla="val 1031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4" Type="http://schemas.openxmlformats.org/officeDocument/2006/relationships/theme" Target="../theme/theme1.xml"/><Relationship Id="rId83" Type="http://schemas.openxmlformats.org/officeDocument/2006/relationships/tags" Target="../tags/tag319.xml"/><Relationship Id="rId82" Type="http://schemas.openxmlformats.org/officeDocument/2006/relationships/image" Target="file:///D:\qq&#25991;&#20214;\712321467\Image\C2C\Image2\%7b75232B38-A165-1FB7-499C-2E1C792CACB5%7d.png" TargetMode="External"/><Relationship Id="rId81" Type="http://schemas.openxmlformats.org/officeDocument/2006/relationships/image" Target="../media/image1.png"/><Relationship Id="rId80" Type="http://schemas.openxmlformats.org/officeDocument/2006/relationships/tags" Target="../tags/tag318.xml"/><Relationship Id="rId8" Type="http://schemas.openxmlformats.org/officeDocument/2006/relationships/slideLayout" Target="../slideLayouts/slideLayout8.xml"/><Relationship Id="rId79" Type="http://schemas.openxmlformats.org/officeDocument/2006/relationships/tags" Target="../tags/tag317.xml"/><Relationship Id="rId78" Type="http://schemas.openxmlformats.org/officeDocument/2006/relationships/tags" Target="../tags/tag316.xml"/><Relationship Id="rId77" Type="http://schemas.openxmlformats.org/officeDocument/2006/relationships/tags" Target="../tags/tag315.xml"/><Relationship Id="rId76" Type="http://schemas.openxmlformats.org/officeDocument/2006/relationships/tags" Target="../tags/tag314.xml"/><Relationship Id="rId75" Type="http://schemas.openxmlformats.org/officeDocument/2006/relationships/tags" Target="../tags/tag313.xml"/><Relationship Id="rId74" Type="http://schemas.openxmlformats.org/officeDocument/2006/relationships/slideLayout" Target="../slideLayouts/slideLayout74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.xml"/><Relationship Id="rId69" Type="http://schemas.openxmlformats.org/officeDocument/2006/relationships/slideLayout" Target="../slideLayouts/slideLayout69.xml"/><Relationship Id="rId68" Type="http://schemas.openxmlformats.org/officeDocument/2006/relationships/slideLayout" Target="../slideLayouts/slideLayout68.xml"/><Relationship Id="rId67" Type="http://schemas.openxmlformats.org/officeDocument/2006/relationships/slideLayout" Target="../slideLayouts/slideLayout67.xml"/><Relationship Id="rId66" Type="http://schemas.openxmlformats.org/officeDocument/2006/relationships/slideLayout" Target="../slideLayouts/slideLayout66.xml"/><Relationship Id="rId65" Type="http://schemas.openxmlformats.org/officeDocument/2006/relationships/slideLayout" Target="../slideLayouts/slideLayout65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60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.xml"/><Relationship Id="rId59" Type="http://schemas.openxmlformats.org/officeDocument/2006/relationships/slideLayout" Target="../slideLayouts/slideLayout59.xml"/><Relationship Id="rId58" Type="http://schemas.openxmlformats.org/officeDocument/2006/relationships/slideLayout" Target="../slideLayouts/slideLayout58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tags" Target="../tags/tag331.xml"/><Relationship Id="rId6" Type="http://schemas.openxmlformats.org/officeDocument/2006/relationships/image" Target="file:///D:\qq&#25991;&#20214;\712321467\Image\C2C\Image2\%7b75232B38-A165-1FB7-499C-2E1C792CACB5%7d.png" TargetMode="External"/><Relationship Id="rId5" Type="http://schemas.openxmlformats.org/officeDocument/2006/relationships/image" Target="../media/image1.png"/><Relationship Id="rId4" Type="http://schemas.openxmlformats.org/officeDocument/2006/relationships/tags" Target="../tags/tag330.xml"/><Relationship Id="rId3" Type="http://schemas.openxmlformats.org/officeDocument/2006/relationships/slideLayout" Target="../slideLayouts/slideLayout77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1" Type="http://schemas.openxmlformats.org/officeDocument/2006/relationships/theme" Target="../theme/theme3.xml"/><Relationship Id="rId80" Type="http://schemas.openxmlformats.org/officeDocument/2006/relationships/image" Target="file:///D:\qq&#25991;&#20214;\712321467\Image\C2C\Image2\%7b75232B38-A165-1FB7-499C-2E1C792CACB5%7d.png" TargetMode="External"/><Relationship Id="rId8" Type="http://schemas.openxmlformats.org/officeDocument/2006/relationships/slideLayout" Target="../slideLayouts/slideLayout85.xml"/><Relationship Id="rId79" Type="http://schemas.openxmlformats.org/officeDocument/2006/relationships/image" Target="../media/image1.png"/><Relationship Id="rId78" Type="http://schemas.openxmlformats.org/officeDocument/2006/relationships/tags" Target="../tags/tag623.xml"/><Relationship Id="rId77" Type="http://schemas.openxmlformats.org/officeDocument/2006/relationships/tags" Target="../tags/tag622.xml"/><Relationship Id="rId76" Type="http://schemas.openxmlformats.org/officeDocument/2006/relationships/tags" Target="../tags/tag621.xml"/><Relationship Id="rId75" Type="http://schemas.openxmlformats.org/officeDocument/2006/relationships/tags" Target="../tags/tag620.xml"/><Relationship Id="rId74" Type="http://schemas.openxmlformats.org/officeDocument/2006/relationships/tags" Target="../tags/tag619.xml"/><Relationship Id="rId73" Type="http://schemas.openxmlformats.org/officeDocument/2006/relationships/tags" Target="../tags/tag618.xml"/><Relationship Id="rId72" Type="http://schemas.openxmlformats.org/officeDocument/2006/relationships/slideLayout" Target="../slideLayouts/slideLayout149.xml"/><Relationship Id="rId71" Type="http://schemas.openxmlformats.org/officeDocument/2006/relationships/slideLayout" Target="../slideLayouts/slideLayout148.xml"/><Relationship Id="rId70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84.xml"/><Relationship Id="rId69" Type="http://schemas.openxmlformats.org/officeDocument/2006/relationships/slideLayout" Target="../slideLayouts/slideLayout146.xml"/><Relationship Id="rId68" Type="http://schemas.openxmlformats.org/officeDocument/2006/relationships/slideLayout" Target="../slideLayouts/slideLayout145.xml"/><Relationship Id="rId67" Type="http://schemas.openxmlformats.org/officeDocument/2006/relationships/slideLayout" Target="../slideLayouts/slideLayout144.xml"/><Relationship Id="rId66" Type="http://schemas.openxmlformats.org/officeDocument/2006/relationships/slideLayout" Target="../slideLayouts/slideLayout143.xml"/><Relationship Id="rId65" Type="http://schemas.openxmlformats.org/officeDocument/2006/relationships/slideLayout" Target="../slideLayouts/slideLayout142.xml"/><Relationship Id="rId64" Type="http://schemas.openxmlformats.org/officeDocument/2006/relationships/slideLayout" Target="../slideLayouts/slideLayout141.xml"/><Relationship Id="rId63" Type="http://schemas.openxmlformats.org/officeDocument/2006/relationships/slideLayout" Target="../slideLayouts/slideLayout140.xml"/><Relationship Id="rId62" Type="http://schemas.openxmlformats.org/officeDocument/2006/relationships/slideLayout" Target="../slideLayouts/slideLayout139.xml"/><Relationship Id="rId61" Type="http://schemas.openxmlformats.org/officeDocument/2006/relationships/slideLayout" Target="../slideLayouts/slideLayout138.xml"/><Relationship Id="rId60" Type="http://schemas.openxmlformats.org/officeDocument/2006/relationships/slideLayout" Target="../slideLayouts/slideLayout137.xml"/><Relationship Id="rId6" Type="http://schemas.openxmlformats.org/officeDocument/2006/relationships/slideLayout" Target="../slideLayouts/slideLayout83.xml"/><Relationship Id="rId59" Type="http://schemas.openxmlformats.org/officeDocument/2006/relationships/slideLayout" Target="../slideLayouts/slideLayout136.xml"/><Relationship Id="rId58" Type="http://schemas.openxmlformats.org/officeDocument/2006/relationships/slideLayout" Target="../slideLayouts/slideLayout135.xml"/><Relationship Id="rId57" Type="http://schemas.openxmlformats.org/officeDocument/2006/relationships/slideLayout" Target="../slideLayouts/slideLayout134.xml"/><Relationship Id="rId56" Type="http://schemas.openxmlformats.org/officeDocument/2006/relationships/slideLayout" Target="../slideLayouts/slideLayout133.xml"/><Relationship Id="rId55" Type="http://schemas.openxmlformats.org/officeDocument/2006/relationships/slideLayout" Target="../slideLayouts/slideLayout132.xml"/><Relationship Id="rId54" Type="http://schemas.openxmlformats.org/officeDocument/2006/relationships/slideLayout" Target="../slideLayouts/slideLayout131.xml"/><Relationship Id="rId53" Type="http://schemas.openxmlformats.org/officeDocument/2006/relationships/slideLayout" Target="../slideLayouts/slideLayout130.xml"/><Relationship Id="rId52" Type="http://schemas.openxmlformats.org/officeDocument/2006/relationships/slideLayout" Target="../slideLayouts/slideLayout129.xml"/><Relationship Id="rId51" Type="http://schemas.openxmlformats.org/officeDocument/2006/relationships/slideLayout" Target="../slideLayouts/slideLayout128.xml"/><Relationship Id="rId50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82.xml"/><Relationship Id="rId49" Type="http://schemas.openxmlformats.org/officeDocument/2006/relationships/slideLayout" Target="../slideLayouts/slideLayout126.xml"/><Relationship Id="rId48" Type="http://schemas.openxmlformats.org/officeDocument/2006/relationships/slideLayout" Target="../slideLayouts/slideLayout125.xml"/><Relationship Id="rId47" Type="http://schemas.openxmlformats.org/officeDocument/2006/relationships/slideLayout" Target="../slideLayouts/slideLayout124.xml"/><Relationship Id="rId46" Type="http://schemas.openxmlformats.org/officeDocument/2006/relationships/slideLayout" Target="../slideLayouts/slideLayout123.xml"/><Relationship Id="rId45" Type="http://schemas.openxmlformats.org/officeDocument/2006/relationships/slideLayout" Target="../slideLayouts/slideLayout122.xml"/><Relationship Id="rId44" Type="http://schemas.openxmlformats.org/officeDocument/2006/relationships/slideLayout" Target="../slideLayouts/slideLayout121.xml"/><Relationship Id="rId43" Type="http://schemas.openxmlformats.org/officeDocument/2006/relationships/slideLayout" Target="../slideLayouts/slideLayout120.xml"/><Relationship Id="rId42" Type="http://schemas.openxmlformats.org/officeDocument/2006/relationships/slideLayout" Target="../slideLayouts/slideLayout119.xml"/><Relationship Id="rId41" Type="http://schemas.openxmlformats.org/officeDocument/2006/relationships/slideLayout" Target="../slideLayouts/slideLayout118.xml"/><Relationship Id="rId40" Type="http://schemas.openxmlformats.org/officeDocument/2006/relationships/slideLayout" Target="../slideLayouts/slideLayout117.xml"/><Relationship Id="rId4" Type="http://schemas.openxmlformats.org/officeDocument/2006/relationships/slideLayout" Target="../slideLayouts/slideLayout81.xml"/><Relationship Id="rId39" Type="http://schemas.openxmlformats.org/officeDocument/2006/relationships/slideLayout" Target="../slideLayouts/slideLayout116.xml"/><Relationship Id="rId38" Type="http://schemas.openxmlformats.org/officeDocument/2006/relationships/slideLayout" Target="../slideLayouts/slideLayout115.xml"/><Relationship Id="rId37" Type="http://schemas.openxmlformats.org/officeDocument/2006/relationships/slideLayout" Target="../slideLayouts/slideLayout114.xml"/><Relationship Id="rId36" Type="http://schemas.openxmlformats.org/officeDocument/2006/relationships/slideLayout" Target="../slideLayouts/slideLayout113.xml"/><Relationship Id="rId35" Type="http://schemas.openxmlformats.org/officeDocument/2006/relationships/slideLayout" Target="../slideLayouts/slideLayout112.xml"/><Relationship Id="rId34" Type="http://schemas.openxmlformats.org/officeDocument/2006/relationships/slideLayout" Target="../slideLayouts/slideLayout111.xml"/><Relationship Id="rId33" Type="http://schemas.openxmlformats.org/officeDocument/2006/relationships/slideLayout" Target="../slideLayouts/slideLayout110.xml"/><Relationship Id="rId32" Type="http://schemas.openxmlformats.org/officeDocument/2006/relationships/slideLayout" Target="../slideLayouts/slideLayout109.xml"/><Relationship Id="rId31" Type="http://schemas.openxmlformats.org/officeDocument/2006/relationships/slideLayout" Target="../slideLayouts/slideLayout108.xml"/><Relationship Id="rId30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106.xml"/><Relationship Id="rId28" Type="http://schemas.openxmlformats.org/officeDocument/2006/relationships/slideLayout" Target="../slideLayouts/slideLayout105.xml"/><Relationship Id="rId27" Type="http://schemas.openxmlformats.org/officeDocument/2006/relationships/slideLayout" Target="../slideLayouts/slideLayout104.xml"/><Relationship Id="rId26" Type="http://schemas.openxmlformats.org/officeDocument/2006/relationships/slideLayout" Target="../slideLayouts/slideLayout103.xml"/><Relationship Id="rId25" Type="http://schemas.openxmlformats.org/officeDocument/2006/relationships/slideLayout" Target="../slideLayouts/slideLayout102.xml"/><Relationship Id="rId24" Type="http://schemas.openxmlformats.org/officeDocument/2006/relationships/slideLayout" Target="../slideLayouts/slideLayout101.xml"/><Relationship Id="rId23" Type="http://schemas.openxmlformats.org/officeDocument/2006/relationships/slideLayout" Target="../slideLayouts/slideLayout100.xml"/><Relationship Id="rId22" Type="http://schemas.openxmlformats.org/officeDocument/2006/relationships/slideLayout" Target="../slideLayouts/slideLayout99.xml"/><Relationship Id="rId21" Type="http://schemas.openxmlformats.org/officeDocument/2006/relationships/slideLayout" Target="../slideLayouts/slideLayout98.xml"/><Relationship Id="rId20" Type="http://schemas.openxmlformats.org/officeDocument/2006/relationships/slideLayout" Target="../slideLayouts/slideLayout97.xml"/><Relationship Id="rId2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96.xml"/><Relationship Id="rId18" Type="http://schemas.openxmlformats.org/officeDocument/2006/relationships/slideLayout" Target="../slideLayouts/slideLayout95.xml"/><Relationship Id="rId17" Type="http://schemas.openxmlformats.org/officeDocument/2006/relationships/slideLayout" Target="../slideLayouts/slideLayout94.xml"/><Relationship Id="rId16" Type="http://schemas.openxmlformats.org/officeDocument/2006/relationships/slideLayout" Target="../slideLayouts/slideLayout93.xml"/><Relationship Id="rId15" Type="http://schemas.openxmlformats.org/officeDocument/2006/relationships/slideLayout" Target="../slideLayouts/slideLayout92.xml"/><Relationship Id="rId14" Type="http://schemas.openxmlformats.org/officeDocument/2006/relationships/slideLayout" Target="../slideLayouts/slideLayout91.xml"/><Relationship Id="rId13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5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6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7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79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1073743875" descr="学科网 zxxk.com"/>
          <p:cNvPicPr>
            <a:picLocks noChangeAspect="1"/>
          </p:cNvPicPr>
          <p:nvPr>
            <p:custDataLst>
              <p:tags r:id="rId80"/>
            </p:custDataLst>
          </p:nvPr>
        </p:nvPicPr>
        <p:blipFill>
          <a:blip r:embed="rId81" r:link="rId8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pic>
        <p:nvPicPr>
          <p:cNvPr id="8" name="图片 1073743875" descr="学科网 zxxk.com"/>
          <p:cNvPicPr>
            <a:picLocks noChangeAspect="1"/>
          </p:cNvPicPr>
          <p:nvPr>
            <p:custDataLst>
              <p:tags r:id="rId83"/>
            </p:custDataLst>
          </p:nvPr>
        </p:nvPicPr>
        <p:blipFill>
          <a:blip r:embed="rId81" r:link="rId8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  <p:sldLayoutId id="2147483715" r:id="rId67"/>
    <p:sldLayoutId id="2147483716" r:id="rId68"/>
    <p:sldLayoutId id="2147483717" r:id="rId69"/>
    <p:sldLayoutId id="2147483718" r:id="rId70"/>
    <p:sldLayoutId id="2147483719" r:id="rId71"/>
    <p:sldLayoutId id="2147483720" r:id="rId72"/>
    <p:sldLayoutId id="2147483721" r:id="rId73"/>
    <p:sldLayoutId id="2147483722" r:id="rId74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73743875" descr="学科网 zxxk.com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r:link="rId6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pic>
        <p:nvPicPr>
          <p:cNvPr id="3" name="图片 1073743875" descr="学科网 zxxk.com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 r:link="rId6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3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4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5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950A3-9720-4F49-BCD8-7118D320A3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77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9F4E6-CC2E-4485-A982-5B518390A73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1073743875" descr="学科网 zxxk.com"/>
          <p:cNvPicPr>
            <a:picLocks noChangeAspect="1"/>
          </p:cNvPicPr>
          <p:nvPr>
            <p:custDataLst>
              <p:tags r:id="rId78"/>
            </p:custDataLst>
          </p:nvPr>
        </p:nvPicPr>
        <p:blipFill>
          <a:blip r:embed="rId79" r:link="rId80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  <p:sldLayoutId id="2147483745" r:id="rId18"/>
    <p:sldLayoutId id="2147483746" r:id="rId19"/>
    <p:sldLayoutId id="2147483747" r:id="rId20"/>
    <p:sldLayoutId id="2147483748" r:id="rId21"/>
    <p:sldLayoutId id="2147483749" r:id="rId22"/>
    <p:sldLayoutId id="2147483750" r:id="rId23"/>
    <p:sldLayoutId id="2147483751" r:id="rId24"/>
    <p:sldLayoutId id="2147483752" r:id="rId25"/>
    <p:sldLayoutId id="2147483753" r:id="rId26"/>
    <p:sldLayoutId id="2147483754" r:id="rId27"/>
    <p:sldLayoutId id="2147483755" r:id="rId28"/>
    <p:sldLayoutId id="2147483756" r:id="rId29"/>
    <p:sldLayoutId id="2147483757" r:id="rId30"/>
    <p:sldLayoutId id="2147483758" r:id="rId31"/>
    <p:sldLayoutId id="2147483759" r:id="rId32"/>
    <p:sldLayoutId id="2147483760" r:id="rId33"/>
    <p:sldLayoutId id="2147483761" r:id="rId34"/>
    <p:sldLayoutId id="2147483762" r:id="rId35"/>
    <p:sldLayoutId id="2147483763" r:id="rId36"/>
    <p:sldLayoutId id="2147483764" r:id="rId37"/>
    <p:sldLayoutId id="2147483765" r:id="rId38"/>
    <p:sldLayoutId id="2147483766" r:id="rId39"/>
    <p:sldLayoutId id="2147483767" r:id="rId40"/>
    <p:sldLayoutId id="2147483768" r:id="rId41"/>
    <p:sldLayoutId id="2147483769" r:id="rId42"/>
    <p:sldLayoutId id="2147483770" r:id="rId43"/>
    <p:sldLayoutId id="2147483771" r:id="rId44"/>
    <p:sldLayoutId id="2147483772" r:id="rId45"/>
    <p:sldLayoutId id="2147483773" r:id="rId46"/>
    <p:sldLayoutId id="2147483774" r:id="rId47"/>
    <p:sldLayoutId id="2147483775" r:id="rId48"/>
    <p:sldLayoutId id="2147483776" r:id="rId49"/>
    <p:sldLayoutId id="2147483777" r:id="rId50"/>
    <p:sldLayoutId id="2147483778" r:id="rId51"/>
    <p:sldLayoutId id="2147483779" r:id="rId52"/>
    <p:sldLayoutId id="2147483780" r:id="rId53"/>
    <p:sldLayoutId id="2147483781" r:id="rId54"/>
    <p:sldLayoutId id="2147483782" r:id="rId55"/>
    <p:sldLayoutId id="2147483783" r:id="rId56"/>
    <p:sldLayoutId id="2147483784" r:id="rId57"/>
    <p:sldLayoutId id="2147483785" r:id="rId58"/>
    <p:sldLayoutId id="2147483786" r:id="rId59"/>
    <p:sldLayoutId id="2147483787" r:id="rId60"/>
    <p:sldLayoutId id="2147483788" r:id="rId61"/>
    <p:sldLayoutId id="2147483789" r:id="rId62"/>
    <p:sldLayoutId id="2147483790" r:id="rId63"/>
    <p:sldLayoutId id="2147483791" r:id="rId64"/>
    <p:sldLayoutId id="2147483792" r:id="rId65"/>
    <p:sldLayoutId id="2147483793" r:id="rId66"/>
    <p:sldLayoutId id="2147483794" r:id="rId67"/>
    <p:sldLayoutId id="2147483795" r:id="rId68"/>
    <p:sldLayoutId id="2147483796" r:id="rId69"/>
    <p:sldLayoutId id="2147483797" r:id="rId70"/>
    <p:sldLayoutId id="2147483798" r:id="rId71"/>
    <p:sldLayoutId id="2147483799" r:id="rId72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9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32.xml"/><Relationship Id="rId8" Type="http://schemas.openxmlformats.org/officeDocument/2006/relationships/tags" Target="../tags/tag631.xml"/><Relationship Id="rId7" Type="http://schemas.openxmlformats.org/officeDocument/2006/relationships/tags" Target="../tags/tag630.xml"/><Relationship Id="rId6" Type="http://schemas.openxmlformats.org/officeDocument/2006/relationships/tags" Target="../tags/tag629.xml"/><Relationship Id="rId5" Type="http://schemas.openxmlformats.org/officeDocument/2006/relationships/tags" Target="../tags/tag628.xml"/><Relationship Id="rId4" Type="http://schemas.openxmlformats.org/officeDocument/2006/relationships/tags" Target="../tags/tag627.xml"/><Relationship Id="rId3" Type="http://schemas.openxmlformats.org/officeDocument/2006/relationships/tags" Target="../tags/tag626.xml"/><Relationship Id="rId2" Type="http://schemas.openxmlformats.org/officeDocument/2006/relationships/tags" Target="../tags/tag625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634.xml"/><Relationship Id="rId10" Type="http://schemas.openxmlformats.org/officeDocument/2006/relationships/tags" Target="../tags/tag633.xml"/><Relationship Id="rId1" Type="http://schemas.openxmlformats.org/officeDocument/2006/relationships/tags" Target="../tags/tag62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41.xml"/><Relationship Id="rId5" Type="http://schemas.openxmlformats.org/officeDocument/2006/relationships/image" Target="../media/image3.png"/><Relationship Id="rId4" Type="http://schemas.openxmlformats.org/officeDocument/2006/relationships/tags" Target="../tags/tag640.xml"/><Relationship Id="rId3" Type="http://schemas.openxmlformats.org/officeDocument/2006/relationships/tags" Target="../tags/tag639.xml"/><Relationship Id="rId2" Type="http://schemas.openxmlformats.org/officeDocument/2006/relationships/tags" Target="../tags/tag638.xml"/><Relationship Id="rId1" Type="http://schemas.openxmlformats.org/officeDocument/2006/relationships/tags" Target="../tags/tag63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651.xml"/><Relationship Id="rId7" Type="http://schemas.openxmlformats.org/officeDocument/2006/relationships/tags" Target="../tags/tag650.xml"/><Relationship Id="rId6" Type="http://schemas.openxmlformats.org/officeDocument/2006/relationships/tags" Target="../tags/tag649.xml"/><Relationship Id="rId5" Type="http://schemas.openxmlformats.org/officeDocument/2006/relationships/tags" Target="../tags/tag648.xml"/><Relationship Id="rId4" Type="http://schemas.openxmlformats.org/officeDocument/2006/relationships/tags" Target="../tags/tag647.xml"/><Relationship Id="rId3" Type="http://schemas.openxmlformats.org/officeDocument/2006/relationships/tags" Target="../tags/tag646.xml"/><Relationship Id="rId2" Type="http://schemas.openxmlformats.org/officeDocument/2006/relationships/tags" Target="../tags/tag645.xml"/><Relationship Id="rId15" Type="http://schemas.openxmlformats.org/officeDocument/2006/relationships/vmlDrawing" Target="../drawings/vmlDrawing1.vml"/><Relationship Id="rId14" Type="http://schemas.openxmlformats.org/officeDocument/2006/relationships/slideLayout" Target="../slideLayouts/slideLayout70.xml"/><Relationship Id="rId13" Type="http://schemas.openxmlformats.org/officeDocument/2006/relationships/tags" Target="../tags/tag653.xml"/><Relationship Id="rId12" Type="http://schemas.openxmlformats.org/officeDocument/2006/relationships/image" Target="../media/image4.emf"/><Relationship Id="rId11" Type="http://schemas.openxmlformats.org/officeDocument/2006/relationships/oleObject" Target="../embeddings/oleObject1.bin"/><Relationship Id="rId10" Type="http://schemas.openxmlformats.org/officeDocument/2006/relationships/tags" Target="../tags/tag652.xml"/><Relationship Id="rId1" Type="http://schemas.openxmlformats.org/officeDocument/2006/relationships/tags" Target="../tags/tag64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661.xml"/><Relationship Id="rId7" Type="http://schemas.openxmlformats.org/officeDocument/2006/relationships/tags" Target="../tags/tag660.xml"/><Relationship Id="rId6" Type="http://schemas.openxmlformats.org/officeDocument/2006/relationships/tags" Target="../tags/tag659.xml"/><Relationship Id="rId5" Type="http://schemas.openxmlformats.org/officeDocument/2006/relationships/tags" Target="../tags/tag658.xml"/><Relationship Id="rId4" Type="http://schemas.openxmlformats.org/officeDocument/2006/relationships/tags" Target="../tags/tag657.xml"/><Relationship Id="rId3" Type="http://schemas.openxmlformats.org/officeDocument/2006/relationships/tags" Target="../tags/tag656.xml"/><Relationship Id="rId2" Type="http://schemas.openxmlformats.org/officeDocument/2006/relationships/tags" Target="../tags/tag655.xml"/><Relationship Id="rId16" Type="http://schemas.openxmlformats.org/officeDocument/2006/relationships/vmlDrawing" Target="../drawings/vmlDrawing2.vml"/><Relationship Id="rId15" Type="http://schemas.openxmlformats.org/officeDocument/2006/relationships/slideLayout" Target="../slideLayouts/slideLayout70.xml"/><Relationship Id="rId14" Type="http://schemas.openxmlformats.org/officeDocument/2006/relationships/image" Target="../media/image6.png"/><Relationship Id="rId13" Type="http://schemas.openxmlformats.org/officeDocument/2006/relationships/tags" Target="../tags/tag663.xml"/><Relationship Id="rId12" Type="http://schemas.openxmlformats.org/officeDocument/2006/relationships/image" Target="../media/image5.emf"/><Relationship Id="rId11" Type="http://schemas.openxmlformats.org/officeDocument/2006/relationships/oleObject" Target="../embeddings/oleObject2.bin"/><Relationship Id="rId10" Type="http://schemas.openxmlformats.org/officeDocument/2006/relationships/tags" Target="../tags/tag662.xml"/><Relationship Id="rId1" Type="http://schemas.openxmlformats.org/officeDocument/2006/relationships/tags" Target="../tags/tag65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671.xml"/><Relationship Id="rId7" Type="http://schemas.openxmlformats.org/officeDocument/2006/relationships/tags" Target="../tags/tag670.xml"/><Relationship Id="rId6" Type="http://schemas.openxmlformats.org/officeDocument/2006/relationships/tags" Target="../tags/tag669.xml"/><Relationship Id="rId5" Type="http://schemas.openxmlformats.org/officeDocument/2006/relationships/tags" Target="../tags/tag668.xml"/><Relationship Id="rId4" Type="http://schemas.openxmlformats.org/officeDocument/2006/relationships/tags" Target="../tags/tag667.xml"/><Relationship Id="rId3" Type="http://schemas.openxmlformats.org/officeDocument/2006/relationships/tags" Target="../tags/tag666.xml"/><Relationship Id="rId2" Type="http://schemas.openxmlformats.org/officeDocument/2006/relationships/tags" Target="../tags/tag665.xml"/><Relationship Id="rId17" Type="http://schemas.openxmlformats.org/officeDocument/2006/relationships/vmlDrawing" Target="../drawings/vmlDrawing3.vml"/><Relationship Id="rId16" Type="http://schemas.openxmlformats.org/officeDocument/2006/relationships/slideLayout" Target="../slideLayouts/slideLayout70.xml"/><Relationship Id="rId15" Type="http://schemas.openxmlformats.org/officeDocument/2006/relationships/image" Target="../media/image8.png"/><Relationship Id="rId14" Type="http://schemas.openxmlformats.org/officeDocument/2006/relationships/tags" Target="../tags/tag674.xml"/><Relationship Id="rId13" Type="http://schemas.openxmlformats.org/officeDocument/2006/relationships/tags" Target="../tags/tag673.xml"/><Relationship Id="rId12" Type="http://schemas.openxmlformats.org/officeDocument/2006/relationships/image" Target="../media/image7.emf"/><Relationship Id="rId11" Type="http://schemas.openxmlformats.org/officeDocument/2006/relationships/oleObject" Target="../embeddings/oleObject3.bin"/><Relationship Id="rId10" Type="http://schemas.openxmlformats.org/officeDocument/2006/relationships/tags" Target="../tags/tag672.xml"/><Relationship Id="rId1" Type="http://schemas.openxmlformats.org/officeDocument/2006/relationships/tags" Target="../tags/tag66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682.xml"/><Relationship Id="rId7" Type="http://schemas.openxmlformats.org/officeDocument/2006/relationships/tags" Target="../tags/tag681.xml"/><Relationship Id="rId6" Type="http://schemas.openxmlformats.org/officeDocument/2006/relationships/tags" Target="../tags/tag680.xml"/><Relationship Id="rId5" Type="http://schemas.openxmlformats.org/officeDocument/2006/relationships/tags" Target="../tags/tag679.xml"/><Relationship Id="rId4" Type="http://schemas.openxmlformats.org/officeDocument/2006/relationships/tags" Target="../tags/tag678.xml"/><Relationship Id="rId3" Type="http://schemas.openxmlformats.org/officeDocument/2006/relationships/tags" Target="../tags/tag677.xml"/><Relationship Id="rId2" Type="http://schemas.openxmlformats.org/officeDocument/2006/relationships/tags" Target="../tags/tag676.xml"/><Relationship Id="rId14" Type="http://schemas.openxmlformats.org/officeDocument/2006/relationships/vmlDrawing" Target="../drawings/vmlDrawing4.vml"/><Relationship Id="rId13" Type="http://schemas.openxmlformats.org/officeDocument/2006/relationships/slideLayout" Target="../slideLayouts/slideLayout70.xml"/><Relationship Id="rId12" Type="http://schemas.openxmlformats.org/officeDocument/2006/relationships/image" Target="../media/image9.emf"/><Relationship Id="rId11" Type="http://schemas.openxmlformats.org/officeDocument/2006/relationships/oleObject" Target="../embeddings/oleObject4.bin"/><Relationship Id="rId10" Type="http://schemas.openxmlformats.org/officeDocument/2006/relationships/tags" Target="../tags/tag683.xml"/><Relationship Id="rId1" Type="http://schemas.openxmlformats.org/officeDocument/2006/relationships/tags" Target="../tags/tag67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691.xml"/><Relationship Id="rId7" Type="http://schemas.openxmlformats.org/officeDocument/2006/relationships/tags" Target="../tags/tag690.xml"/><Relationship Id="rId6" Type="http://schemas.openxmlformats.org/officeDocument/2006/relationships/tags" Target="../tags/tag689.xml"/><Relationship Id="rId5" Type="http://schemas.openxmlformats.org/officeDocument/2006/relationships/tags" Target="../tags/tag688.xml"/><Relationship Id="rId4" Type="http://schemas.openxmlformats.org/officeDocument/2006/relationships/tags" Target="../tags/tag687.xml"/><Relationship Id="rId3" Type="http://schemas.openxmlformats.org/officeDocument/2006/relationships/tags" Target="../tags/tag686.xml"/><Relationship Id="rId2" Type="http://schemas.openxmlformats.org/officeDocument/2006/relationships/tags" Target="../tags/tag685.xml"/><Relationship Id="rId14" Type="http://schemas.openxmlformats.org/officeDocument/2006/relationships/vmlDrawing" Target="../drawings/vmlDrawing5.vml"/><Relationship Id="rId13" Type="http://schemas.openxmlformats.org/officeDocument/2006/relationships/slideLayout" Target="../slideLayouts/slideLayout70.xml"/><Relationship Id="rId12" Type="http://schemas.openxmlformats.org/officeDocument/2006/relationships/image" Target="../media/image10.emf"/><Relationship Id="rId11" Type="http://schemas.openxmlformats.org/officeDocument/2006/relationships/oleObject" Target="../embeddings/oleObject5.bin"/><Relationship Id="rId10" Type="http://schemas.openxmlformats.org/officeDocument/2006/relationships/tags" Target="../tags/tag692.xml"/><Relationship Id="rId1" Type="http://schemas.openxmlformats.org/officeDocument/2006/relationships/tags" Target="../tags/tag68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700.xml"/><Relationship Id="rId7" Type="http://schemas.openxmlformats.org/officeDocument/2006/relationships/tags" Target="../tags/tag699.xml"/><Relationship Id="rId6" Type="http://schemas.openxmlformats.org/officeDocument/2006/relationships/tags" Target="../tags/tag698.xml"/><Relationship Id="rId5" Type="http://schemas.openxmlformats.org/officeDocument/2006/relationships/tags" Target="../tags/tag697.xml"/><Relationship Id="rId4" Type="http://schemas.openxmlformats.org/officeDocument/2006/relationships/tags" Target="../tags/tag696.xml"/><Relationship Id="rId3" Type="http://schemas.openxmlformats.org/officeDocument/2006/relationships/tags" Target="../tags/tag695.xml"/><Relationship Id="rId2" Type="http://schemas.openxmlformats.org/officeDocument/2006/relationships/tags" Target="../tags/tag694.xml"/><Relationship Id="rId18" Type="http://schemas.openxmlformats.org/officeDocument/2006/relationships/vmlDrawing" Target="../drawings/vmlDrawing6.vml"/><Relationship Id="rId17" Type="http://schemas.openxmlformats.org/officeDocument/2006/relationships/slideLayout" Target="../slideLayouts/slideLayout70.xml"/><Relationship Id="rId16" Type="http://schemas.openxmlformats.org/officeDocument/2006/relationships/image" Target="../media/image13.png"/><Relationship Id="rId15" Type="http://schemas.openxmlformats.org/officeDocument/2006/relationships/tags" Target="../tags/tag703.xml"/><Relationship Id="rId14" Type="http://schemas.openxmlformats.org/officeDocument/2006/relationships/image" Target="../media/image12.png"/><Relationship Id="rId13" Type="http://schemas.openxmlformats.org/officeDocument/2006/relationships/tags" Target="../tags/tag702.xml"/><Relationship Id="rId12" Type="http://schemas.openxmlformats.org/officeDocument/2006/relationships/image" Target="../media/image11.emf"/><Relationship Id="rId11" Type="http://schemas.openxmlformats.org/officeDocument/2006/relationships/oleObject" Target="../embeddings/oleObject6.bin"/><Relationship Id="rId10" Type="http://schemas.openxmlformats.org/officeDocument/2006/relationships/tags" Target="../tags/tag701.xml"/><Relationship Id="rId1" Type="http://schemas.openxmlformats.org/officeDocument/2006/relationships/tags" Target="../tags/tag69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tags" Target="../tags/tag711.xml"/><Relationship Id="rId7" Type="http://schemas.openxmlformats.org/officeDocument/2006/relationships/tags" Target="../tags/tag710.xml"/><Relationship Id="rId6" Type="http://schemas.openxmlformats.org/officeDocument/2006/relationships/tags" Target="../tags/tag709.xml"/><Relationship Id="rId5" Type="http://schemas.openxmlformats.org/officeDocument/2006/relationships/tags" Target="../tags/tag708.xml"/><Relationship Id="rId4" Type="http://schemas.openxmlformats.org/officeDocument/2006/relationships/tags" Target="../tags/tag707.xml"/><Relationship Id="rId3" Type="http://schemas.openxmlformats.org/officeDocument/2006/relationships/tags" Target="../tags/tag706.xml"/><Relationship Id="rId2" Type="http://schemas.openxmlformats.org/officeDocument/2006/relationships/tags" Target="../tags/tag705.xml"/><Relationship Id="rId12" Type="http://schemas.openxmlformats.org/officeDocument/2006/relationships/vmlDrawing" Target="../drawings/vmlDrawing7.vml"/><Relationship Id="rId11" Type="http://schemas.openxmlformats.org/officeDocument/2006/relationships/slideLayout" Target="../slideLayouts/slideLayout70.xml"/><Relationship Id="rId10" Type="http://schemas.openxmlformats.org/officeDocument/2006/relationships/image" Target="../media/image14.emf"/><Relationship Id="rId1" Type="http://schemas.openxmlformats.org/officeDocument/2006/relationships/tags" Target="../tags/tag70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.bin"/><Relationship Id="rId8" Type="http://schemas.openxmlformats.org/officeDocument/2006/relationships/tags" Target="../tags/tag719.xml"/><Relationship Id="rId7" Type="http://schemas.openxmlformats.org/officeDocument/2006/relationships/tags" Target="../tags/tag718.xml"/><Relationship Id="rId6" Type="http://schemas.openxmlformats.org/officeDocument/2006/relationships/tags" Target="../tags/tag717.xml"/><Relationship Id="rId5" Type="http://schemas.openxmlformats.org/officeDocument/2006/relationships/tags" Target="../tags/tag716.xml"/><Relationship Id="rId4" Type="http://schemas.openxmlformats.org/officeDocument/2006/relationships/tags" Target="../tags/tag715.xml"/><Relationship Id="rId3" Type="http://schemas.openxmlformats.org/officeDocument/2006/relationships/tags" Target="../tags/tag714.xml"/><Relationship Id="rId2" Type="http://schemas.openxmlformats.org/officeDocument/2006/relationships/tags" Target="../tags/tag713.xml"/><Relationship Id="rId16" Type="http://schemas.openxmlformats.org/officeDocument/2006/relationships/vmlDrawing" Target="../drawings/vmlDrawing8.vml"/><Relationship Id="rId15" Type="http://schemas.openxmlformats.org/officeDocument/2006/relationships/slideLayout" Target="../slideLayouts/slideLayout70.xml"/><Relationship Id="rId14" Type="http://schemas.openxmlformats.org/officeDocument/2006/relationships/tags" Target="../tags/tag721.xml"/><Relationship Id="rId13" Type="http://schemas.openxmlformats.org/officeDocument/2006/relationships/image" Target="../media/image16.jpeg"/><Relationship Id="rId12" Type="http://schemas.openxmlformats.org/officeDocument/2006/relationships/tags" Target="../tags/tag720.xml"/><Relationship Id="rId11" Type="http://schemas.openxmlformats.org/officeDocument/2006/relationships/slide" Target="slide1.xml"/><Relationship Id="rId10" Type="http://schemas.openxmlformats.org/officeDocument/2006/relationships/image" Target="../media/image15.emf"/><Relationship Id="rId1" Type="http://schemas.openxmlformats.org/officeDocument/2006/relationships/tags" Target="../tags/tag71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.bin"/><Relationship Id="rId8" Type="http://schemas.openxmlformats.org/officeDocument/2006/relationships/tags" Target="../tags/tag729.xml"/><Relationship Id="rId7" Type="http://schemas.openxmlformats.org/officeDocument/2006/relationships/tags" Target="../tags/tag728.xml"/><Relationship Id="rId6" Type="http://schemas.openxmlformats.org/officeDocument/2006/relationships/tags" Target="../tags/tag727.xml"/><Relationship Id="rId5" Type="http://schemas.openxmlformats.org/officeDocument/2006/relationships/tags" Target="../tags/tag726.xml"/><Relationship Id="rId4" Type="http://schemas.openxmlformats.org/officeDocument/2006/relationships/tags" Target="../tags/tag725.xml"/><Relationship Id="rId3" Type="http://schemas.openxmlformats.org/officeDocument/2006/relationships/tags" Target="../tags/tag724.xml"/><Relationship Id="rId2" Type="http://schemas.openxmlformats.org/officeDocument/2006/relationships/tags" Target="../tags/tag723.xml"/><Relationship Id="rId17" Type="http://schemas.openxmlformats.org/officeDocument/2006/relationships/vmlDrawing" Target="../drawings/vmlDrawing9.vml"/><Relationship Id="rId16" Type="http://schemas.openxmlformats.org/officeDocument/2006/relationships/slideLayout" Target="../slideLayouts/slideLayout70.xml"/><Relationship Id="rId15" Type="http://schemas.openxmlformats.org/officeDocument/2006/relationships/image" Target="../media/image18.png"/><Relationship Id="rId14" Type="http://schemas.openxmlformats.org/officeDocument/2006/relationships/tags" Target="../tags/tag731.xml"/><Relationship Id="rId13" Type="http://schemas.openxmlformats.org/officeDocument/2006/relationships/image" Target="../media/image16.jpeg"/><Relationship Id="rId12" Type="http://schemas.openxmlformats.org/officeDocument/2006/relationships/tags" Target="../tags/tag730.xml"/><Relationship Id="rId11" Type="http://schemas.openxmlformats.org/officeDocument/2006/relationships/slide" Target="slide1.xml"/><Relationship Id="rId10" Type="http://schemas.openxmlformats.org/officeDocument/2006/relationships/image" Target="../media/image17.emf"/><Relationship Id="rId1" Type="http://schemas.openxmlformats.org/officeDocument/2006/relationships/tags" Target="../tags/tag72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.bin"/><Relationship Id="rId8" Type="http://schemas.openxmlformats.org/officeDocument/2006/relationships/tags" Target="../tags/tag739.xml"/><Relationship Id="rId7" Type="http://schemas.openxmlformats.org/officeDocument/2006/relationships/tags" Target="../tags/tag738.xml"/><Relationship Id="rId6" Type="http://schemas.openxmlformats.org/officeDocument/2006/relationships/tags" Target="../tags/tag737.xml"/><Relationship Id="rId5" Type="http://schemas.openxmlformats.org/officeDocument/2006/relationships/tags" Target="../tags/tag736.xml"/><Relationship Id="rId4" Type="http://schemas.openxmlformats.org/officeDocument/2006/relationships/tags" Target="../tags/tag735.xml"/><Relationship Id="rId3" Type="http://schemas.openxmlformats.org/officeDocument/2006/relationships/tags" Target="../tags/tag734.xml"/><Relationship Id="rId2" Type="http://schemas.openxmlformats.org/officeDocument/2006/relationships/tags" Target="../tags/tag733.xml"/><Relationship Id="rId15" Type="http://schemas.openxmlformats.org/officeDocument/2006/relationships/vmlDrawing" Target="../drawings/vmlDrawing10.vml"/><Relationship Id="rId14" Type="http://schemas.openxmlformats.org/officeDocument/2006/relationships/slideLayout" Target="../slideLayouts/slideLayout70.xml"/><Relationship Id="rId13" Type="http://schemas.openxmlformats.org/officeDocument/2006/relationships/image" Target="../media/image16.jpeg"/><Relationship Id="rId12" Type="http://schemas.openxmlformats.org/officeDocument/2006/relationships/tags" Target="../tags/tag740.xml"/><Relationship Id="rId11" Type="http://schemas.openxmlformats.org/officeDocument/2006/relationships/slide" Target="slide1.xml"/><Relationship Id="rId10" Type="http://schemas.openxmlformats.org/officeDocument/2006/relationships/image" Target="../media/image19.emf"/><Relationship Id="rId1" Type="http://schemas.openxmlformats.org/officeDocument/2006/relationships/tags" Target="../tags/tag73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.bin"/><Relationship Id="rId8" Type="http://schemas.openxmlformats.org/officeDocument/2006/relationships/tags" Target="../tags/tag748.xml"/><Relationship Id="rId7" Type="http://schemas.openxmlformats.org/officeDocument/2006/relationships/tags" Target="../tags/tag747.xml"/><Relationship Id="rId6" Type="http://schemas.openxmlformats.org/officeDocument/2006/relationships/tags" Target="../tags/tag746.xml"/><Relationship Id="rId5" Type="http://schemas.openxmlformats.org/officeDocument/2006/relationships/tags" Target="../tags/tag745.xml"/><Relationship Id="rId4" Type="http://schemas.openxmlformats.org/officeDocument/2006/relationships/tags" Target="../tags/tag744.xml"/><Relationship Id="rId3" Type="http://schemas.openxmlformats.org/officeDocument/2006/relationships/tags" Target="../tags/tag743.xml"/><Relationship Id="rId2" Type="http://schemas.openxmlformats.org/officeDocument/2006/relationships/tags" Target="../tags/tag742.xml"/><Relationship Id="rId17" Type="http://schemas.openxmlformats.org/officeDocument/2006/relationships/vmlDrawing" Target="../drawings/vmlDrawing11.vml"/><Relationship Id="rId16" Type="http://schemas.openxmlformats.org/officeDocument/2006/relationships/slideLayout" Target="../slideLayouts/slideLayout70.xml"/><Relationship Id="rId15" Type="http://schemas.openxmlformats.org/officeDocument/2006/relationships/image" Target="../media/image21.png"/><Relationship Id="rId14" Type="http://schemas.openxmlformats.org/officeDocument/2006/relationships/tags" Target="../tags/tag750.xml"/><Relationship Id="rId13" Type="http://schemas.openxmlformats.org/officeDocument/2006/relationships/image" Target="../media/image16.jpeg"/><Relationship Id="rId12" Type="http://schemas.openxmlformats.org/officeDocument/2006/relationships/tags" Target="../tags/tag749.xml"/><Relationship Id="rId11" Type="http://schemas.openxmlformats.org/officeDocument/2006/relationships/slide" Target="slide1.xml"/><Relationship Id="rId10" Type="http://schemas.openxmlformats.org/officeDocument/2006/relationships/image" Target="../media/image20.emf"/><Relationship Id="rId1" Type="http://schemas.openxmlformats.org/officeDocument/2006/relationships/tags" Target="../tags/tag74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.bin"/><Relationship Id="rId8" Type="http://schemas.openxmlformats.org/officeDocument/2006/relationships/tags" Target="../tags/tag758.xml"/><Relationship Id="rId7" Type="http://schemas.openxmlformats.org/officeDocument/2006/relationships/tags" Target="../tags/tag757.xml"/><Relationship Id="rId6" Type="http://schemas.openxmlformats.org/officeDocument/2006/relationships/tags" Target="../tags/tag756.xml"/><Relationship Id="rId5" Type="http://schemas.openxmlformats.org/officeDocument/2006/relationships/tags" Target="../tags/tag755.xml"/><Relationship Id="rId4" Type="http://schemas.openxmlformats.org/officeDocument/2006/relationships/tags" Target="../tags/tag754.xml"/><Relationship Id="rId3" Type="http://schemas.openxmlformats.org/officeDocument/2006/relationships/tags" Target="../tags/tag753.xml"/><Relationship Id="rId2" Type="http://schemas.openxmlformats.org/officeDocument/2006/relationships/tags" Target="../tags/tag752.xml"/><Relationship Id="rId17" Type="http://schemas.openxmlformats.org/officeDocument/2006/relationships/vmlDrawing" Target="../drawings/vmlDrawing12.vml"/><Relationship Id="rId16" Type="http://schemas.openxmlformats.org/officeDocument/2006/relationships/slideLayout" Target="../slideLayouts/slideLayout70.xml"/><Relationship Id="rId15" Type="http://schemas.openxmlformats.org/officeDocument/2006/relationships/image" Target="../media/image23.png"/><Relationship Id="rId14" Type="http://schemas.openxmlformats.org/officeDocument/2006/relationships/tags" Target="../tags/tag760.xml"/><Relationship Id="rId13" Type="http://schemas.openxmlformats.org/officeDocument/2006/relationships/image" Target="../media/image16.jpeg"/><Relationship Id="rId12" Type="http://schemas.openxmlformats.org/officeDocument/2006/relationships/tags" Target="../tags/tag759.xml"/><Relationship Id="rId11" Type="http://schemas.openxmlformats.org/officeDocument/2006/relationships/slide" Target="slide1.xml"/><Relationship Id="rId10" Type="http://schemas.openxmlformats.org/officeDocument/2006/relationships/image" Target="../media/image22.emf"/><Relationship Id="rId1" Type="http://schemas.openxmlformats.org/officeDocument/2006/relationships/tags" Target="../tags/tag75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.bin"/><Relationship Id="rId8" Type="http://schemas.openxmlformats.org/officeDocument/2006/relationships/tags" Target="../tags/tag768.xml"/><Relationship Id="rId7" Type="http://schemas.openxmlformats.org/officeDocument/2006/relationships/tags" Target="../tags/tag767.xml"/><Relationship Id="rId6" Type="http://schemas.openxmlformats.org/officeDocument/2006/relationships/tags" Target="../tags/tag766.xml"/><Relationship Id="rId5" Type="http://schemas.openxmlformats.org/officeDocument/2006/relationships/tags" Target="../tags/tag765.xml"/><Relationship Id="rId4" Type="http://schemas.openxmlformats.org/officeDocument/2006/relationships/tags" Target="../tags/tag764.xml"/><Relationship Id="rId3" Type="http://schemas.openxmlformats.org/officeDocument/2006/relationships/tags" Target="../tags/tag763.xml"/><Relationship Id="rId2" Type="http://schemas.openxmlformats.org/officeDocument/2006/relationships/tags" Target="../tags/tag762.xml"/><Relationship Id="rId17" Type="http://schemas.openxmlformats.org/officeDocument/2006/relationships/vmlDrawing" Target="../drawings/vmlDrawing13.vml"/><Relationship Id="rId16" Type="http://schemas.openxmlformats.org/officeDocument/2006/relationships/slideLayout" Target="../slideLayouts/slideLayout70.xml"/><Relationship Id="rId15" Type="http://schemas.openxmlformats.org/officeDocument/2006/relationships/image" Target="../media/image23.png"/><Relationship Id="rId14" Type="http://schemas.openxmlformats.org/officeDocument/2006/relationships/tags" Target="../tags/tag770.xml"/><Relationship Id="rId13" Type="http://schemas.openxmlformats.org/officeDocument/2006/relationships/image" Target="../media/image16.jpeg"/><Relationship Id="rId12" Type="http://schemas.openxmlformats.org/officeDocument/2006/relationships/tags" Target="../tags/tag769.xml"/><Relationship Id="rId11" Type="http://schemas.openxmlformats.org/officeDocument/2006/relationships/slide" Target="slide1.xml"/><Relationship Id="rId10" Type="http://schemas.openxmlformats.org/officeDocument/2006/relationships/image" Target="../media/image24.emf"/><Relationship Id="rId1" Type="http://schemas.openxmlformats.org/officeDocument/2006/relationships/tags" Target="../tags/tag76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.bin"/><Relationship Id="rId8" Type="http://schemas.openxmlformats.org/officeDocument/2006/relationships/tags" Target="../tags/tag778.xml"/><Relationship Id="rId7" Type="http://schemas.openxmlformats.org/officeDocument/2006/relationships/tags" Target="../tags/tag777.xml"/><Relationship Id="rId6" Type="http://schemas.openxmlformats.org/officeDocument/2006/relationships/tags" Target="../tags/tag776.xml"/><Relationship Id="rId5" Type="http://schemas.openxmlformats.org/officeDocument/2006/relationships/tags" Target="../tags/tag775.xml"/><Relationship Id="rId4" Type="http://schemas.openxmlformats.org/officeDocument/2006/relationships/tags" Target="../tags/tag774.xml"/><Relationship Id="rId3" Type="http://schemas.openxmlformats.org/officeDocument/2006/relationships/tags" Target="../tags/tag773.xml"/><Relationship Id="rId20" Type="http://schemas.openxmlformats.org/officeDocument/2006/relationships/vmlDrawing" Target="../drawings/vmlDrawing14.vml"/><Relationship Id="rId2" Type="http://schemas.openxmlformats.org/officeDocument/2006/relationships/tags" Target="../tags/tag772.xml"/><Relationship Id="rId19" Type="http://schemas.openxmlformats.org/officeDocument/2006/relationships/slideLayout" Target="../slideLayouts/slideLayout70.xml"/><Relationship Id="rId18" Type="http://schemas.openxmlformats.org/officeDocument/2006/relationships/image" Target="../media/image27.png"/><Relationship Id="rId17" Type="http://schemas.openxmlformats.org/officeDocument/2006/relationships/tags" Target="../tags/tag781.xml"/><Relationship Id="rId16" Type="http://schemas.openxmlformats.org/officeDocument/2006/relationships/image" Target="../media/image26.emf"/><Relationship Id="rId15" Type="http://schemas.openxmlformats.org/officeDocument/2006/relationships/oleObject" Target="../embeddings/oleObject15.bin"/><Relationship Id="rId14" Type="http://schemas.openxmlformats.org/officeDocument/2006/relationships/tags" Target="../tags/tag780.xml"/><Relationship Id="rId13" Type="http://schemas.openxmlformats.org/officeDocument/2006/relationships/image" Target="../media/image16.jpeg"/><Relationship Id="rId12" Type="http://schemas.openxmlformats.org/officeDocument/2006/relationships/tags" Target="../tags/tag779.xml"/><Relationship Id="rId11" Type="http://schemas.openxmlformats.org/officeDocument/2006/relationships/slide" Target="slide1.xml"/><Relationship Id="rId10" Type="http://schemas.openxmlformats.org/officeDocument/2006/relationships/image" Target="../media/image25.emf"/><Relationship Id="rId1" Type="http://schemas.openxmlformats.org/officeDocument/2006/relationships/tags" Target="../tags/tag77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788.xml"/><Relationship Id="rId8" Type="http://schemas.openxmlformats.org/officeDocument/2006/relationships/tags" Target="../tags/tag787.xml"/><Relationship Id="rId7" Type="http://schemas.openxmlformats.org/officeDocument/2006/relationships/tags" Target="../tags/tag786.xml"/><Relationship Id="rId6" Type="http://schemas.openxmlformats.org/officeDocument/2006/relationships/image" Target="../media/image16.jpeg"/><Relationship Id="rId5" Type="http://schemas.openxmlformats.org/officeDocument/2006/relationships/tags" Target="../tags/tag785.xml"/><Relationship Id="rId4" Type="http://schemas.openxmlformats.org/officeDocument/2006/relationships/slide" Target="slide1.xml"/><Relationship Id="rId3" Type="http://schemas.openxmlformats.org/officeDocument/2006/relationships/tags" Target="../tags/tag784.xml"/><Relationship Id="rId2" Type="http://schemas.openxmlformats.org/officeDocument/2006/relationships/tags" Target="../tags/tag783.xml"/><Relationship Id="rId15" Type="http://schemas.openxmlformats.org/officeDocument/2006/relationships/slideLayout" Target="../slideLayouts/slideLayout70.xml"/><Relationship Id="rId14" Type="http://schemas.openxmlformats.org/officeDocument/2006/relationships/tags" Target="../tags/tag791.xml"/><Relationship Id="rId13" Type="http://schemas.openxmlformats.org/officeDocument/2006/relationships/tags" Target="../tags/tag790.xml"/><Relationship Id="rId12" Type="http://schemas.openxmlformats.org/officeDocument/2006/relationships/image" Target="../media/image29.png"/><Relationship Id="rId11" Type="http://schemas.openxmlformats.org/officeDocument/2006/relationships/tags" Target="../tags/tag789.xml"/><Relationship Id="rId10" Type="http://schemas.openxmlformats.org/officeDocument/2006/relationships/image" Target="../media/image28.png"/><Relationship Id="rId1" Type="http://schemas.openxmlformats.org/officeDocument/2006/relationships/tags" Target="../tags/tag782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emf"/><Relationship Id="rId8" Type="http://schemas.openxmlformats.org/officeDocument/2006/relationships/oleObject" Target="../embeddings/oleObject16.bin"/><Relationship Id="rId7" Type="http://schemas.openxmlformats.org/officeDocument/2006/relationships/tags" Target="../tags/tag796.xml"/><Relationship Id="rId6" Type="http://schemas.openxmlformats.org/officeDocument/2006/relationships/image" Target="../media/image16.jpeg"/><Relationship Id="rId5" Type="http://schemas.openxmlformats.org/officeDocument/2006/relationships/tags" Target="../tags/tag795.xml"/><Relationship Id="rId4" Type="http://schemas.openxmlformats.org/officeDocument/2006/relationships/slide" Target="slide1.xml"/><Relationship Id="rId3" Type="http://schemas.openxmlformats.org/officeDocument/2006/relationships/tags" Target="../tags/tag794.xml"/><Relationship Id="rId2" Type="http://schemas.openxmlformats.org/officeDocument/2006/relationships/tags" Target="../tags/tag793.xml"/><Relationship Id="rId18" Type="http://schemas.openxmlformats.org/officeDocument/2006/relationships/vmlDrawing" Target="../drawings/vmlDrawing15.vml"/><Relationship Id="rId17" Type="http://schemas.openxmlformats.org/officeDocument/2006/relationships/slideLayout" Target="../slideLayouts/slideLayout70.xml"/><Relationship Id="rId16" Type="http://schemas.openxmlformats.org/officeDocument/2006/relationships/image" Target="../media/image32.png"/><Relationship Id="rId15" Type="http://schemas.openxmlformats.org/officeDocument/2006/relationships/tags" Target="../tags/tag800.xml"/><Relationship Id="rId14" Type="http://schemas.openxmlformats.org/officeDocument/2006/relationships/tags" Target="../tags/tag799.xml"/><Relationship Id="rId13" Type="http://schemas.openxmlformats.org/officeDocument/2006/relationships/tags" Target="../tags/tag798.xml"/><Relationship Id="rId12" Type="http://schemas.openxmlformats.org/officeDocument/2006/relationships/image" Target="../media/image31.emf"/><Relationship Id="rId11" Type="http://schemas.openxmlformats.org/officeDocument/2006/relationships/oleObject" Target="../embeddings/oleObject17.bin"/><Relationship Id="rId10" Type="http://schemas.openxmlformats.org/officeDocument/2006/relationships/tags" Target="../tags/tag797.xml"/><Relationship Id="rId1" Type="http://schemas.openxmlformats.org/officeDocument/2006/relationships/tags" Target="../tags/tag79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emf"/><Relationship Id="rId8" Type="http://schemas.openxmlformats.org/officeDocument/2006/relationships/oleObject" Target="../embeddings/oleObject18.bin"/><Relationship Id="rId7" Type="http://schemas.openxmlformats.org/officeDocument/2006/relationships/tags" Target="../tags/tag805.xml"/><Relationship Id="rId6" Type="http://schemas.openxmlformats.org/officeDocument/2006/relationships/image" Target="../media/image16.jpeg"/><Relationship Id="rId5" Type="http://schemas.openxmlformats.org/officeDocument/2006/relationships/tags" Target="../tags/tag804.xml"/><Relationship Id="rId4" Type="http://schemas.openxmlformats.org/officeDocument/2006/relationships/slide" Target="slide1.xml"/><Relationship Id="rId3" Type="http://schemas.openxmlformats.org/officeDocument/2006/relationships/tags" Target="../tags/tag803.xml"/><Relationship Id="rId2" Type="http://schemas.openxmlformats.org/officeDocument/2006/relationships/tags" Target="../tags/tag802.xml"/><Relationship Id="rId16" Type="http://schemas.openxmlformats.org/officeDocument/2006/relationships/vmlDrawing" Target="../drawings/vmlDrawing16.vml"/><Relationship Id="rId15" Type="http://schemas.openxmlformats.org/officeDocument/2006/relationships/slideLayout" Target="../slideLayouts/slideLayout70.xml"/><Relationship Id="rId14" Type="http://schemas.openxmlformats.org/officeDocument/2006/relationships/tags" Target="../tags/tag810.xml"/><Relationship Id="rId13" Type="http://schemas.openxmlformats.org/officeDocument/2006/relationships/tags" Target="../tags/tag809.xml"/><Relationship Id="rId12" Type="http://schemas.openxmlformats.org/officeDocument/2006/relationships/tags" Target="../tags/tag808.xml"/><Relationship Id="rId11" Type="http://schemas.openxmlformats.org/officeDocument/2006/relationships/tags" Target="../tags/tag807.xml"/><Relationship Id="rId10" Type="http://schemas.openxmlformats.org/officeDocument/2006/relationships/tags" Target="../tags/tag806.xml"/><Relationship Id="rId1" Type="http://schemas.openxmlformats.org/officeDocument/2006/relationships/tags" Target="../tags/tag80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emf"/><Relationship Id="rId8" Type="http://schemas.openxmlformats.org/officeDocument/2006/relationships/oleObject" Target="../embeddings/oleObject19.bin"/><Relationship Id="rId7" Type="http://schemas.openxmlformats.org/officeDocument/2006/relationships/tags" Target="../tags/tag815.xml"/><Relationship Id="rId6" Type="http://schemas.openxmlformats.org/officeDocument/2006/relationships/image" Target="../media/image16.jpeg"/><Relationship Id="rId5" Type="http://schemas.openxmlformats.org/officeDocument/2006/relationships/tags" Target="../tags/tag814.xml"/><Relationship Id="rId4" Type="http://schemas.openxmlformats.org/officeDocument/2006/relationships/slide" Target="slide1.xml"/><Relationship Id="rId3" Type="http://schemas.openxmlformats.org/officeDocument/2006/relationships/tags" Target="../tags/tag813.xml"/><Relationship Id="rId2" Type="http://schemas.openxmlformats.org/officeDocument/2006/relationships/tags" Target="../tags/tag812.xml"/><Relationship Id="rId14" Type="http://schemas.openxmlformats.org/officeDocument/2006/relationships/vmlDrawing" Target="../drawings/vmlDrawing17.vml"/><Relationship Id="rId13" Type="http://schemas.openxmlformats.org/officeDocument/2006/relationships/slideLayout" Target="../slideLayouts/slideLayout70.xml"/><Relationship Id="rId12" Type="http://schemas.openxmlformats.org/officeDocument/2006/relationships/tags" Target="../tags/tag818.xml"/><Relationship Id="rId11" Type="http://schemas.openxmlformats.org/officeDocument/2006/relationships/tags" Target="../tags/tag817.xml"/><Relationship Id="rId10" Type="http://schemas.openxmlformats.org/officeDocument/2006/relationships/tags" Target="../tags/tag816.xml"/><Relationship Id="rId1" Type="http://schemas.openxmlformats.org/officeDocument/2006/relationships/tags" Target="../tags/tag81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emf"/><Relationship Id="rId8" Type="http://schemas.openxmlformats.org/officeDocument/2006/relationships/oleObject" Target="../embeddings/oleObject20.bin"/><Relationship Id="rId7" Type="http://schemas.openxmlformats.org/officeDocument/2006/relationships/tags" Target="../tags/tag824.xml"/><Relationship Id="rId6" Type="http://schemas.openxmlformats.org/officeDocument/2006/relationships/tags" Target="../tags/tag823.xml"/><Relationship Id="rId5" Type="http://schemas.openxmlformats.org/officeDocument/2006/relationships/image" Target="../media/image35.png"/><Relationship Id="rId4" Type="http://schemas.openxmlformats.org/officeDocument/2006/relationships/tags" Target="../tags/tag822.xml"/><Relationship Id="rId3" Type="http://schemas.openxmlformats.org/officeDocument/2006/relationships/tags" Target="../tags/tag821.xml"/><Relationship Id="rId2" Type="http://schemas.openxmlformats.org/officeDocument/2006/relationships/tags" Target="../tags/tag820.xml"/><Relationship Id="rId19" Type="http://schemas.openxmlformats.org/officeDocument/2006/relationships/notesSlide" Target="../notesSlides/notesSlide4.xml"/><Relationship Id="rId18" Type="http://schemas.openxmlformats.org/officeDocument/2006/relationships/vmlDrawing" Target="../drawings/vmlDrawing18.vml"/><Relationship Id="rId17" Type="http://schemas.openxmlformats.org/officeDocument/2006/relationships/slideLayout" Target="../slideLayouts/slideLayout70.xml"/><Relationship Id="rId16" Type="http://schemas.openxmlformats.org/officeDocument/2006/relationships/tags" Target="../tags/tag828.xml"/><Relationship Id="rId15" Type="http://schemas.openxmlformats.org/officeDocument/2006/relationships/image" Target="../media/image2.tiff"/><Relationship Id="rId14" Type="http://schemas.openxmlformats.org/officeDocument/2006/relationships/tags" Target="../tags/tag827.xml"/><Relationship Id="rId13" Type="http://schemas.openxmlformats.org/officeDocument/2006/relationships/image" Target="../media/image1.tiff"/><Relationship Id="rId12" Type="http://schemas.openxmlformats.org/officeDocument/2006/relationships/tags" Target="../tags/tag826.xml"/><Relationship Id="rId11" Type="http://schemas.openxmlformats.org/officeDocument/2006/relationships/image" Target="../media/image37.png"/><Relationship Id="rId10" Type="http://schemas.openxmlformats.org/officeDocument/2006/relationships/tags" Target="../tags/tag825.xml"/><Relationship Id="rId1" Type="http://schemas.openxmlformats.org/officeDocument/2006/relationships/tags" Target="../tags/tag819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837.xml"/><Relationship Id="rId8" Type="http://schemas.openxmlformats.org/officeDocument/2006/relationships/image" Target="../media/image38.emf"/><Relationship Id="rId7" Type="http://schemas.openxmlformats.org/officeDocument/2006/relationships/oleObject" Target="../embeddings/oleObject21.bin"/><Relationship Id="rId6" Type="http://schemas.openxmlformats.org/officeDocument/2006/relationships/tags" Target="../tags/tag836.xml"/><Relationship Id="rId5" Type="http://schemas.openxmlformats.org/officeDocument/2006/relationships/image" Target="../media/image35.png"/><Relationship Id="rId4" Type="http://schemas.openxmlformats.org/officeDocument/2006/relationships/tags" Target="../tags/tag835.xml"/><Relationship Id="rId3" Type="http://schemas.openxmlformats.org/officeDocument/2006/relationships/tags" Target="../tags/tag834.xml"/><Relationship Id="rId21" Type="http://schemas.openxmlformats.org/officeDocument/2006/relationships/notesSlide" Target="../notesSlides/notesSlide5.xml"/><Relationship Id="rId20" Type="http://schemas.openxmlformats.org/officeDocument/2006/relationships/vmlDrawing" Target="../drawings/vmlDrawing19.vml"/><Relationship Id="rId2" Type="http://schemas.openxmlformats.org/officeDocument/2006/relationships/tags" Target="../tags/tag833.xml"/><Relationship Id="rId19" Type="http://schemas.openxmlformats.org/officeDocument/2006/relationships/slideLayout" Target="../slideLayouts/slideLayout70.xml"/><Relationship Id="rId18" Type="http://schemas.openxmlformats.org/officeDocument/2006/relationships/tags" Target="../tags/tag841.xml"/><Relationship Id="rId17" Type="http://schemas.openxmlformats.org/officeDocument/2006/relationships/image" Target="../media/image2.tiff"/><Relationship Id="rId16" Type="http://schemas.openxmlformats.org/officeDocument/2006/relationships/tags" Target="../tags/tag840.xml"/><Relationship Id="rId15" Type="http://schemas.openxmlformats.org/officeDocument/2006/relationships/image" Target="../media/image1.tiff"/><Relationship Id="rId14" Type="http://schemas.openxmlformats.org/officeDocument/2006/relationships/tags" Target="../tags/tag839.xml"/><Relationship Id="rId13" Type="http://schemas.openxmlformats.org/officeDocument/2006/relationships/image" Target="../media/image37.png"/><Relationship Id="rId12" Type="http://schemas.openxmlformats.org/officeDocument/2006/relationships/tags" Target="../tags/tag838.xml"/><Relationship Id="rId11" Type="http://schemas.openxmlformats.org/officeDocument/2006/relationships/image" Target="../media/image39.emf"/><Relationship Id="rId10" Type="http://schemas.openxmlformats.org/officeDocument/2006/relationships/oleObject" Target="../embeddings/oleObject22.bin"/><Relationship Id="rId1" Type="http://schemas.openxmlformats.org/officeDocument/2006/relationships/tags" Target="../tags/tag832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850.xml"/><Relationship Id="rId8" Type="http://schemas.openxmlformats.org/officeDocument/2006/relationships/image" Target="../media/image40.emf"/><Relationship Id="rId7" Type="http://schemas.openxmlformats.org/officeDocument/2006/relationships/oleObject" Target="../embeddings/oleObject23.bin"/><Relationship Id="rId6" Type="http://schemas.openxmlformats.org/officeDocument/2006/relationships/tags" Target="../tags/tag849.xml"/><Relationship Id="rId5" Type="http://schemas.openxmlformats.org/officeDocument/2006/relationships/image" Target="../media/image35.png"/><Relationship Id="rId4" Type="http://schemas.openxmlformats.org/officeDocument/2006/relationships/tags" Target="../tags/tag848.xml"/><Relationship Id="rId3" Type="http://schemas.openxmlformats.org/officeDocument/2006/relationships/tags" Target="../tags/tag847.xml"/><Relationship Id="rId21" Type="http://schemas.openxmlformats.org/officeDocument/2006/relationships/notesSlide" Target="../notesSlides/notesSlide6.xml"/><Relationship Id="rId20" Type="http://schemas.openxmlformats.org/officeDocument/2006/relationships/vmlDrawing" Target="../drawings/vmlDrawing20.vml"/><Relationship Id="rId2" Type="http://schemas.openxmlformats.org/officeDocument/2006/relationships/tags" Target="../tags/tag846.xml"/><Relationship Id="rId19" Type="http://schemas.openxmlformats.org/officeDocument/2006/relationships/slideLayout" Target="../slideLayouts/slideLayout70.xml"/><Relationship Id="rId18" Type="http://schemas.openxmlformats.org/officeDocument/2006/relationships/tags" Target="../tags/tag854.xml"/><Relationship Id="rId17" Type="http://schemas.openxmlformats.org/officeDocument/2006/relationships/image" Target="../media/image2.tiff"/><Relationship Id="rId16" Type="http://schemas.openxmlformats.org/officeDocument/2006/relationships/tags" Target="../tags/tag853.xml"/><Relationship Id="rId15" Type="http://schemas.openxmlformats.org/officeDocument/2006/relationships/image" Target="../media/image1.tiff"/><Relationship Id="rId14" Type="http://schemas.openxmlformats.org/officeDocument/2006/relationships/tags" Target="../tags/tag852.xml"/><Relationship Id="rId13" Type="http://schemas.openxmlformats.org/officeDocument/2006/relationships/image" Target="../media/image37.png"/><Relationship Id="rId12" Type="http://schemas.openxmlformats.org/officeDocument/2006/relationships/tags" Target="../tags/tag851.xml"/><Relationship Id="rId11" Type="http://schemas.openxmlformats.org/officeDocument/2006/relationships/image" Target="../media/image41.emf"/><Relationship Id="rId10" Type="http://schemas.openxmlformats.org/officeDocument/2006/relationships/oleObject" Target="../embeddings/oleObject24.bin"/><Relationship Id="rId1" Type="http://schemas.openxmlformats.org/officeDocument/2006/relationships/tags" Target="../tags/tag845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863.xml"/><Relationship Id="rId8" Type="http://schemas.openxmlformats.org/officeDocument/2006/relationships/image" Target="../media/image42.emf"/><Relationship Id="rId7" Type="http://schemas.openxmlformats.org/officeDocument/2006/relationships/oleObject" Target="../embeddings/oleObject25.bin"/><Relationship Id="rId6" Type="http://schemas.openxmlformats.org/officeDocument/2006/relationships/tags" Target="../tags/tag862.xml"/><Relationship Id="rId5" Type="http://schemas.openxmlformats.org/officeDocument/2006/relationships/image" Target="../media/image35.png"/><Relationship Id="rId4" Type="http://schemas.openxmlformats.org/officeDocument/2006/relationships/tags" Target="../tags/tag861.xml"/><Relationship Id="rId3" Type="http://schemas.openxmlformats.org/officeDocument/2006/relationships/tags" Target="../tags/tag860.xml"/><Relationship Id="rId21" Type="http://schemas.openxmlformats.org/officeDocument/2006/relationships/notesSlide" Target="../notesSlides/notesSlide7.xml"/><Relationship Id="rId20" Type="http://schemas.openxmlformats.org/officeDocument/2006/relationships/vmlDrawing" Target="../drawings/vmlDrawing21.vml"/><Relationship Id="rId2" Type="http://schemas.openxmlformats.org/officeDocument/2006/relationships/tags" Target="../tags/tag859.xml"/><Relationship Id="rId19" Type="http://schemas.openxmlformats.org/officeDocument/2006/relationships/slideLayout" Target="../slideLayouts/slideLayout70.xml"/><Relationship Id="rId18" Type="http://schemas.openxmlformats.org/officeDocument/2006/relationships/tags" Target="../tags/tag867.xml"/><Relationship Id="rId17" Type="http://schemas.openxmlformats.org/officeDocument/2006/relationships/image" Target="../media/image2.tiff"/><Relationship Id="rId16" Type="http://schemas.openxmlformats.org/officeDocument/2006/relationships/tags" Target="../tags/tag866.xml"/><Relationship Id="rId15" Type="http://schemas.openxmlformats.org/officeDocument/2006/relationships/image" Target="../media/image1.tiff"/><Relationship Id="rId14" Type="http://schemas.openxmlformats.org/officeDocument/2006/relationships/tags" Target="../tags/tag865.xml"/><Relationship Id="rId13" Type="http://schemas.openxmlformats.org/officeDocument/2006/relationships/image" Target="../media/image37.png"/><Relationship Id="rId12" Type="http://schemas.openxmlformats.org/officeDocument/2006/relationships/tags" Target="../tags/tag864.xml"/><Relationship Id="rId11" Type="http://schemas.openxmlformats.org/officeDocument/2006/relationships/image" Target="../media/image43.emf"/><Relationship Id="rId10" Type="http://schemas.openxmlformats.org/officeDocument/2006/relationships/oleObject" Target="../embeddings/oleObject26.bin"/><Relationship Id="rId1" Type="http://schemas.openxmlformats.org/officeDocument/2006/relationships/tags" Target="../tags/tag858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876.xml"/><Relationship Id="rId8" Type="http://schemas.openxmlformats.org/officeDocument/2006/relationships/image" Target="../media/image44.emf"/><Relationship Id="rId7" Type="http://schemas.openxmlformats.org/officeDocument/2006/relationships/oleObject" Target="../embeddings/oleObject27.bin"/><Relationship Id="rId6" Type="http://schemas.openxmlformats.org/officeDocument/2006/relationships/tags" Target="../tags/tag875.xml"/><Relationship Id="rId5" Type="http://schemas.openxmlformats.org/officeDocument/2006/relationships/image" Target="../media/image35.png"/><Relationship Id="rId4" Type="http://schemas.openxmlformats.org/officeDocument/2006/relationships/tags" Target="../tags/tag874.xml"/><Relationship Id="rId3" Type="http://schemas.openxmlformats.org/officeDocument/2006/relationships/tags" Target="../tags/tag873.xml"/><Relationship Id="rId23" Type="http://schemas.openxmlformats.org/officeDocument/2006/relationships/notesSlide" Target="../notesSlides/notesSlide8.xml"/><Relationship Id="rId22" Type="http://schemas.openxmlformats.org/officeDocument/2006/relationships/vmlDrawing" Target="../drawings/vmlDrawing22.vml"/><Relationship Id="rId21" Type="http://schemas.openxmlformats.org/officeDocument/2006/relationships/slideLayout" Target="../slideLayouts/slideLayout70.xml"/><Relationship Id="rId20" Type="http://schemas.openxmlformats.org/officeDocument/2006/relationships/tags" Target="../tags/tag882.xml"/><Relationship Id="rId2" Type="http://schemas.openxmlformats.org/officeDocument/2006/relationships/tags" Target="../tags/tag872.xml"/><Relationship Id="rId19" Type="http://schemas.openxmlformats.org/officeDocument/2006/relationships/tags" Target="../tags/tag881.xml"/><Relationship Id="rId18" Type="http://schemas.openxmlformats.org/officeDocument/2006/relationships/tags" Target="../tags/tag880.xml"/><Relationship Id="rId17" Type="http://schemas.openxmlformats.org/officeDocument/2006/relationships/image" Target="../media/image2.tiff"/><Relationship Id="rId16" Type="http://schemas.openxmlformats.org/officeDocument/2006/relationships/tags" Target="../tags/tag879.xml"/><Relationship Id="rId15" Type="http://schemas.openxmlformats.org/officeDocument/2006/relationships/image" Target="../media/image1.tiff"/><Relationship Id="rId14" Type="http://schemas.openxmlformats.org/officeDocument/2006/relationships/tags" Target="../tags/tag878.xml"/><Relationship Id="rId13" Type="http://schemas.openxmlformats.org/officeDocument/2006/relationships/image" Target="../media/image37.png"/><Relationship Id="rId12" Type="http://schemas.openxmlformats.org/officeDocument/2006/relationships/tags" Target="../tags/tag877.xml"/><Relationship Id="rId11" Type="http://schemas.openxmlformats.org/officeDocument/2006/relationships/image" Target="../media/image45.emf"/><Relationship Id="rId10" Type="http://schemas.openxmlformats.org/officeDocument/2006/relationships/oleObject" Target="../embeddings/oleObject28.bin"/><Relationship Id="rId1" Type="http://schemas.openxmlformats.org/officeDocument/2006/relationships/tags" Target="../tags/tag871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891.xml"/><Relationship Id="rId8" Type="http://schemas.openxmlformats.org/officeDocument/2006/relationships/image" Target="../media/image46.emf"/><Relationship Id="rId7" Type="http://schemas.openxmlformats.org/officeDocument/2006/relationships/oleObject" Target="../embeddings/oleObject29.bin"/><Relationship Id="rId6" Type="http://schemas.openxmlformats.org/officeDocument/2006/relationships/tags" Target="../tags/tag890.xml"/><Relationship Id="rId5" Type="http://schemas.openxmlformats.org/officeDocument/2006/relationships/image" Target="../media/image35.png"/><Relationship Id="rId4" Type="http://schemas.openxmlformats.org/officeDocument/2006/relationships/tags" Target="../tags/tag889.xml"/><Relationship Id="rId3" Type="http://schemas.openxmlformats.org/officeDocument/2006/relationships/tags" Target="../tags/tag888.xml"/><Relationship Id="rId20" Type="http://schemas.openxmlformats.org/officeDocument/2006/relationships/notesSlide" Target="../notesSlides/notesSlide9.xml"/><Relationship Id="rId2" Type="http://schemas.openxmlformats.org/officeDocument/2006/relationships/tags" Target="../tags/tag887.xml"/><Relationship Id="rId19" Type="http://schemas.openxmlformats.org/officeDocument/2006/relationships/vmlDrawing" Target="../drawings/vmlDrawing23.vml"/><Relationship Id="rId18" Type="http://schemas.openxmlformats.org/officeDocument/2006/relationships/slideLayout" Target="../slideLayouts/slideLayout70.xml"/><Relationship Id="rId17" Type="http://schemas.openxmlformats.org/officeDocument/2006/relationships/tags" Target="../tags/tag895.xml"/><Relationship Id="rId16" Type="http://schemas.openxmlformats.org/officeDocument/2006/relationships/tags" Target="../tags/tag894.xml"/><Relationship Id="rId15" Type="http://schemas.openxmlformats.org/officeDocument/2006/relationships/image" Target="../media/image2.tiff"/><Relationship Id="rId14" Type="http://schemas.openxmlformats.org/officeDocument/2006/relationships/tags" Target="../tags/tag893.xml"/><Relationship Id="rId13" Type="http://schemas.openxmlformats.org/officeDocument/2006/relationships/image" Target="../media/image1.tiff"/><Relationship Id="rId12" Type="http://schemas.openxmlformats.org/officeDocument/2006/relationships/tags" Target="../tags/tag892.xml"/><Relationship Id="rId11" Type="http://schemas.openxmlformats.org/officeDocument/2006/relationships/image" Target="../media/image47.emf"/><Relationship Id="rId10" Type="http://schemas.openxmlformats.org/officeDocument/2006/relationships/oleObject" Target="../embeddings/oleObject30.bin"/><Relationship Id="rId1" Type="http://schemas.openxmlformats.org/officeDocument/2006/relationships/tags" Target="../tags/tag886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emf"/><Relationship Id="rId8" Type="http://schemas.openxmlformats.org/officeDocument/2006/relationships/oleObject" Target="../embeddings/oleObject31.bin"/><Relationship Id="rId7" Type="http://schemas.openxmlformats.org/officeDocument/2006/relationships/tags" Target="../tags/tag904.xml"/><Relationship Id="rId6" Type="http://schemas.openxmlformats.org/officeDocument/2006/relationships/tags" Target="../tags/tag903.xml"/><Relationship Id="rId5" Type="http://schemas.openxmlformats.org/officeDocument/2006/relationships/image" Target="../media/image35.png"/><Relationship Id="rId4" Type="http://schemas.openxmlformats.org/officeDocument/2006/relationships/tags" Target="../tags/tag902.xml"/><Relationship Id="rId3" Type="http://schemas.openxmlformats.org/officeDocument/2006/relationships/tags" Target="../tags/tag901.xml"/><Relationship Id="rId20" Type="http://schemas.openxmlformats.org/officeDocument/2006/relationships/notesSlide" Target="../notesSlides/notesSlide10.xml"/><Relationship Id="rId2" Type="http://schemas.openxmlformats.org/officeDocument/2006/relationships/tags" Target="../tags/tag900.xml"/><Relationship Id="rId19" Type="http://schemas.openxmlformats.org/officeDocument/2006/relationships/vmlDrawing" Target="../drawings/vmlDrawing24.vml"/><Relationship Id="rId18" Type="http://schemas.openxmlformats.org/officeDocument/2006/relationships/slideLayout" Target="../slideLayouts/slideLayout70.xml"/><Relationship Id="rId17" Type="http://schemas.openxmlformats.org/officeDocument/2006/relationships/tags" Target="../tags/tag908.xml"/><Relationship Id="rId16" Type="http://schemas.openxmlformats.org/officeDocument/2006/relationships/image" Target="../media/image49.emf"/><Relationship Id="rId15" Type="http://schemas.openxmlformats.org/officeDocument/2006/relationships/oleObject" Target="../embeddings/oleObject32.bin"/><Relationship Id="rId14" Type="http://schemas.openxmlformats.org/officeDocument/2006/relationships/tags" Target="../tags/tag907.xml"/><Relationship Id="rId13" Type="http://schemas.openxmlformats.org/officeDocument/2006/relationships/image" Target="../media/image2.tiff"/><Relationship Id="rId12" Type="http://schemas.openxmlformats.org/officeDocument/2006/relationships/tags" Target="../tags/tag906.xml"/><Relationship Id="rId11" Type="http://schemas.openxmlformats.org/officeDocument/2006/relationships/image" Target="../media/image1.tiff"/><Relationship Id="rId10" Type="http://schemas.openxmlformats.org/officeDocument/2006/relationships/tags" Target="../tags/tag905.xml"/><Relationship Id="rId1" Type="http://schemas.openxmlformats.org/officeDocument/2006/relationships/tags" Target="../tags/tag899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5.vml"/><Relationship Id="rId7" Type="http://schemas.openxmlformats.org/officeDocument/2006/relationships/slideLayout" Target="../slideLayouts/slideLayout70.xml"/><Relationship Id="rId6" Type="http://schemas.openxmlformats.org/officeDocument/2006/relationships/image" Target="../media/image50.emf"/><Relationship Id="rId5" Type="http://schemas.openxmlformats.org/officeDocument/2006/relationships/oleObject" Target="../embeddings/Document1.doc"/><Relationship Id="rId4" Type="http://schemas.openxmlformats.org/officeDocument/2006/relationships/tags" Target="../tags/tag915.xml"/><Relationship Id="rId3" Type="http://schemas.openxmlformats.org/officeDocument/2006/relationships/tags" Target="../tags/tag914.xml"/><Relationship Id="rId2" Type="http://schemas.openxmlformats.org/officeDocument/2006/relationships/tags" Target="../tags/tag913.xml"/><Relationship Id="rId1" Type="http://schemas.openxmlformats.org/officeDocument/2006/relationships/tags" Target="../tags/tag9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/>
          <p:cNvCxnSpPr/>
          <p:nvPr/>
        </p:nvCxnSpPr>
        <p:spPr bwMode="auto">
          <a:xfrm>
            <a:off x="2640966" y="4570469"/>
            <a:ext cx="691006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矩形 9"/>
          <p:cNvSpPr/>
          <p:nvPr/>
        </p:nvSpPr>
        <p:spPr bwMode="auto">
          <a:xfrm>
            <a:off x="0" y="906145"/>
            <a:ext cx="12239625" cy="4551045"/>
          </a:xfrm>
          <a:prstGeom prst="rect">
            <a:avLst/>
          </a:prstGeom>
          <a:solidFill>
            <a:srgbClr val="137E3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74724" y="3390030"/>
            <a:ext cx="10642552" cy="1320800"/>
            <a:chOff x="-5233721" y="3611468"/>
            <a:chExt cx="24883742" cy="1320800"/>
          </a:xfrm>
        </p:grpSpPr>
        <p:sp>
          <p:nvSpPr>
            <p:cNvPr id="13" name="TextBox 12"/>
            <p:cNvSpPr txBox="1"/>
            <p:nvPr/>
          </p:nvSpPr>
          <p:spPr>
            <a:xfrm>
              <a:off x="-5233721" y="3611468"/>
              <a:ext cx="24883742" cy="1320800"/>
            </a:xfrm>
            <a:prstGeom prst="rect">
              <a:avLst/>
            </a:prstGeom>
            <a:noFill/>
          </p:spPr>
          <p:txBody>
            <a:bodyPr wrap="square" lIns="91398" tIns="45699" rIns="91398" bIns="45699" rtlCol="0">
              <a:spAutoFit/>
            </a:bodyPr>
            <a:lstStyle/>
            <a:p>
              <a:pPr algn="ctr" defTabSz="913765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4000" dirty="0">
                  <a:solidFill>
                    <a:schemeClr val="accent2"/>
                  </a:solidFill>
                  <a:latin typeface="Times New Roman" panose="02020603050405020304" pitchFamily="18" charset="0"/>
                  <a:sym typeface="+mn-ea"/>
                </a:rPr>
                <a:t>§</a:t>
              </a:r>
              <a:r>
                <a:rPr lang="en-US" altLang="zh-CN" sz="400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rPr>
                <a:t>3.3 </a:t>
              </a:r>
              <a:r>
                <a:rPr lang="zh-CN" altLang="en-US" sz="400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rPr>
                <a:t>复数的几何表示</a:t>
              </a:r>
              <a:endParaRPr lang="en-US" altLang="zh-CN" sz="40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ctr" defTabSz="913765" fontAlgn="base">
                <a:spcBef>
                  <a:spcPct val="0"/>
                </a:spcBef>
                <a:spcAft>
                  <a:spcPct val="0"/>
                </a:spcAft>
              </a:pPr>
              <a:endParaRPr lang="zh-CN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 bwMode="auto">
            <a:xfrm>
              <a:off x="1940981" y="4317095"/>
              <a:ext cx="10535628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4945165" y="906145"/>
            <a:ext cx="2300400" cy="2307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48"/>
    </mc:Choice>
    <mc:Fallback>
      <p:transition spd="slow" advTm="2948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314154" y="133"/>
            <a:ext cx="526167" cy="528000"/>
          </a:xfrm>
          <a:custGeom>
            <a:avLst/>
            <a:gdLst>
              <a:gd name="T0" fmla="*/ 453 w 638"/>
              <a:gd name="T1" fmla="*/ 529 h 638"/>
              <a:gd name="T2" fmla="*/ 79 w 638"/>
              <a:gd name="T3" fmla="*/ 529 h 638"/>
              <a:gd name="T4" fmla="*/ 25 w 638"/>
              <a:gd name="T5" fmla="*/ 584 h 638"/>
              <a:gd name="T6" fmla="*/ 79 w 638"/>
              <a:gd name="T7" fmla="*/ 638 h 638"/>
              <a:gd name="T8" fmla="*/ 583 w 638"/>
              <a:gd name="T9" fmla="*/ 638 h 638"/>
              <a:gd name="T10" fmla="*/ 585 w 638"/>
              <a:gd name="T11" fmla="*/ 638 h 638"/>
              <a:gd name="T12" fmla="*/ 586 w 638"/>
              <a:gd name="T13" fmla="*/ 638 h 638"/>
              <a:gd name="T14" fmla="*/ 622 w 638"/>
              <a:gd name="T15" fmla="*/ 622 h 638"/>
              <a:gd name="T16" fmla="*/ 638 w 638"/>
              <a:gd name="T17" fmla="*/ 585 h 638"/>
              <a:gd name="T18" fmla="*/ 638 w 638"/>
              <a:gd name="T19" fmla="*/ 583 h 638"/>
              <a:gd name="T20" fmla="*/ 638 w 638"/>
              <a:gd name="T21" fmla="*/ 79 h 638"/>
              <a:gd name="T22" fmla="*/ 584 w 638"/>
              <a:gd name="T23" fmla="*/ 25 h 638"/>
              <a:gd name="T24" fmla="*/ 529 w 638"/>
              <a:gd name="T25" fmla="*/ 79 h 638"/>
              <a:gd name="T26" fmla="*/ 529 w 638"/>
              <a:gd name="T27" fmla="*/ 453 h 638"/>
              <a:gd name="T28" fmla="*/ 97 w 638"/>
              <a:gd name="T29" fmla="*/ 21 h 638"/>
              <a:gd name="T30" fmla="*/ 21 w 638"/>
              <a:gd name="T31" fmla="*/ 21 h 638"/>
              <a:gd name="T32" fmla="*/ 21 w 638"/>
              <a:gd name="T33" fmla="*/ 97 h 638"/>
              <a:gd name="T34" fmla="*/ 453 w 638"/>
              <a:gd name="T35" fmla="*/ 529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38" h="638">
                <a:moveTo>
                  <a:pt x="453" y="529"/>
                </a:moveTo>
                <a:lnTo>
                  <a:pt x="79" y="529"/>
                </a:lnTo>
                <a:cubicBezTo>
                  <a:pt x="50" y="529"/>
                  <a:pt x="25" y="554"/>
                  <a:pt x="25" y="584"/>
                </a:cubicBezTo>
                <a:cubicBezTo>
                  <a:pt x="25" y="613"/>
                  <a:pt x="50" y="638"/>
                  <a:pt x="79" y="638"/>
                </a:cubicBezTo>
                <a:lnTo>
                  <a:pt x="583" y="638"/>
                </a:lnTo>
                <a:lnTo>
                  <a:pt x="585" y="638"/>
                </a:lnTo>
                <a:lnTo>
                  <a:pt x="586" y="638"/>
                </a:lnTo>
                <a:cubicBezTo>
                  <a:pt x="600" y="637"/>
                  <a:pt x="612" y="631"/>
                  <a:pt x="622" y="622"/>
                </a:cubicBezTo>
                <a:cubicBezTo>
                  <a:pt x="632" y="612"/>
                  <a:pt x="637" y="599"/>
                  <a:pt x="638" y="585"/>
                </a:cubicBezTo>
                <a:lnTo>
                  <a:pt x="638" y="583"/>
                </a:lnTo>
                <a:lnTo>
                  <a:pt x="638" y="79"/>
                </a:lnTo>
                <a:cubicBezTo>
                  <a:pt x="638" y="50"/>
                  <a:pt x="613" y="25"/>
                  <a:pt x="584" y="25"/>
                </a:cubicBezTo>
                <a:cubicBezTo>
                  <a:pt x="554" y="25"/>
                  <a:pt x="529" y="50"/>
                  <a:pt x="529" y="79"/>
                </a:cubicBezTo>
                <a:lnTo>
                  <a:pt x="529" y="453"/>
                </a:lnTo>
                <a:lnTo>
                  <a:pt x="97" y="21"/>
                </a:lnTo>
                <a:cubicBezTo>
                  <a:pt x="76" y="0"/>
                  <a:pt x="42" y="0"/>
                  <a:pt x="21" y="21"/>
                </a:cubicBezTo>
                <a:cubicBezTo>
                  <a:pt x="0" y="42"/>
                  <a:pt x="0" y="76"/>
                  <a:pt x="21" y="97"/>
                </a:cubicBezTo>
                <a:lnTo>
                  <a:pt x="453" y="529"/>
                </a:lnTo>
                <a:close/>
              </a:path>
            </a:pathLst>
          </a:custGeom>
          <a:solidFill>
            <a:srgbClr val="00C0D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3200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" name="TextBox 4"/>
          <p:cNvSpPr txBox="1"/>
          <p:nvPr>
            <p:custDataLst>
              <p:tags r:id="rId2"/>
            </p:custDataLst>
          </p:nvPr>
        </p:nvSpPr>
        <p:spPr>
          <a:xfrm>
            <a:off x="909903" y="173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Arial" panose="020B0604020202020204"/>
              </a:rPr>
              <a:t>学习目标</a:t>
            </a:r>
            <a:endParaRPr lang="zh-CN" altLang="en-US">
              <a:sym typeface="Arial" panose="020B0604020202020204"/>
            </a:endParaRPr>
          </a:p>
        </p:txBody>
      </p:sp>
      <p:sp>
        <p:nvSpPr>
          <p:cNvPr id="4" name="Oval 9"/>
          <p:cNvSpPr/>
          <p:nvPr>
            <p:custDataLst>
              <p:tags r:id="rId3"/>
            </p:custDataLst>
          </p:nvPr>
        </p:nvSpPr>
        <p:spPr>
          <a:xfrm>
            <a:off x="1517183" y="1942913"/>
            <a:ext cx="1196909" cy="1141206"/>
          </a:xfrm>
          <a:prstGeom prst="ellipse">
            <a:avLst/>
          </a:prstGeom>
          <a:solidFill>
            <a:srgbClr val="1F717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725805">
              <a:defRPr/>
            </a:pPr>
            <a:r>
              <a:rPr lang="zh-CN" altLang="en-US" sz="2400" kern="0">
                <a:solidFill>
                  <a:sysClr val="window" lastClr="FFFFFF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目标</a:t>
            </a:r>
            <a:endParaRPr lang="zh-CN" altLang="en-US" sz="2400" kern="0">
              <a:solidFill>
                <a:sysClr val="window" lastClr="FFFFFF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5" name="Oval 5"/>
          <p:cNvSpPr/>
          <p:nvPr>
            <p:custDataLst>
              <p:tags r:id="rId4"/>
            </p:custDataLst>
          </p:nvPr>
        </p:nvSpPr>
        <p:spPr>
          <a:xfrm>
            <a:off x="1357841" y="2131258"/>
            <a:ext cx="378598" cy="378538"/>
          </a:xfrm>
          <a:prstGeom prst="ellipse">
            <a:avLst/>
          </a:prstGeom>
          <a:solidFill>
            <a:srgbClr val="00C0DA"/>
          </a:solidFill>
          <a:ln w="381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725805">
              <a:defRPr/>
            </a:pPr>
            <a:r>
              <a:rPr lang="en-US" sz="1430" kern="0">
                <a:solidFill>
                  <a:sysClr val="window" lastClr="FFFFFF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1</a:t>
            </a:r>
            <a:endParaRPr lang="en-US" sz="1430" kern="0">
              <a:solidFill>
                <a:sysClr val="window" lastClr="FFFFFF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7" name="Oval 9"/>
          <p:cNvSpPr/>
          <p:nvPr>
            <p:custDataLst>
              <p:tags r:id="rId5"/>
            </p:custDataLst>
          </p:nvPr>
        </p:nvSpPr>
        <p:spPr>
          <a:xfrm>
            <a:off x="1517183" y="3535990"/>
            <a:ext cx="1196909" cy="1141206"/>
          </a:xfrm>
          <a:prstGeom prst="ellipse">
            <a:avLst/>
          </a:prstGeom>
          <a:solidFill>
            <a:srgbClr val="1F717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725805">
              <a:defRPr/>
            </a:pPr>
            <a:r>
              <a:rPr lang="zh-CN" altLang="en-US" sz="2400" kern="0">
                <a:solidFill>
                  <a:sysClr val="window" lastClr="FFFFFF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重点</a:t>
            </a:r>
            <a:endParaRPr lang="zh-CN" altLang="en-US" sz="2400" kern="0">
              <a:solidFill>
                <a:sysClr val="window" lastClr="FFFFFF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8" name="Oval 5"/>
          <p:cNvSpPr/>
          <p:nvPr>
            <p:custDataLst>
              <p:tags r:id="rId6"/>
            </p:custDataLst>
          </p:nvPr>
        </p:nvSpPr>
        <p:spPr>
          <a:xfrm>
            <a:off x="1357841" y="3724335"/>
            <a:ext cx="378598" cy="378538"/>
          </a:xfrm>
          <a:prstGeom prst="ellipse">
            <a:avLst/>
          </a:prstGeom>
          <a:solidFill>
            <a:srgbClr val="00C0DA"/>
          </a:solidFill>
          <a:ln w="381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725805">
              <a:defRPr/>
            </a:pPr>
            <a:r>
              <a:rPr lang="en-US" sz="1430" kern="0">
                <a:solidFill>
                  <a:sysClr val="window" lastClr="FFFFFF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2</a:t>
            </a:r>
            <a:endParaRPr lang="en-US" sz="1430" kern="0">
              <a:solidFill>
                <a:sysClr val="window" lastClr="FFFFFF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9" name="文本框 34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908935" y="3573780"/>
            <a:ext cx="8047355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2F2637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实数与向量的积的定义、运算律，向量平行的充要条件</a:t>
            </a:r>
            <a:endParaRPr lang="zh-CN" altLang="en-US" sz="2400" b="1">
              <a:solidFill>
                <a:srgbClr val="2F2637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0" name="Oval 9"/>
          <p:cNvSpPr/>
          <p:nvPr>
            <p:custDataLst>
              <p:tags r:id="rId8"/>
            </p:custDataLst>
          </p:nvPr>
        </p:nvSpPr>
        <p:spPr>
          <a:xfrm>
            <a:off x="1517183" y="5129067"/>
            <a:ext cx="1196909" cy="1141206"/>
          </a:xfrm>
          <a:prstGeom prst="ellipse">
            <a:avLst/>
          </a:prstGeom>
          <a:solidFill>
            <a:srgbClr val="1F717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725805">
              <a:defRPr/>
            </a:pPr>
            <a:r>
              <a:rPr lang="zh-CN" altLang="en-US" sz="2400" kern="0">
                <a:solidFill>
                  <a:sysClr val="window" lastClr="FFFFFF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难点</a:t>
            </a:r>
            <a:endParaRPr lang="zh-CN" altLang="en-US" sz="2400" kern="0">
              <a:solidFill>
                <a:sysClr val="window" lastClr="FFFFFF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1" name="Oval 5"/>
          <p:cNvSpPr/>
          <p:nvPr>
            <p:custDataLst>
              <p:tags r:id="rId9"/>
            </p:custDataLst>
          </p:nvPr>
        </p:nvSpPr>
        <p:spPr>
          <a:xfrm>
            <a:off x="1357841" y="5317412"/>
            <a:ext cx="378598" cy="378538"/>
          </a:xfrm>
          <a:prstGeom prst="ellipse">
            <a:avLst/>
          </a:prstGeom>
          <a:solidFill>
            <a:srgbClr val="00C0DA"/>
          </a:solidFill>
          <a:ln w="381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725805">
              <a:defRPr/>
            </a:pPr>
            <a:r>
              <a:rPr lang="en-US" sz="1430" kern="0">
                <a:solidFill>
                  <a:sysClr val="window" lastClr="FFFFFF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3</a:t>
            </a:r>
            <a:endParaRPr lang="en-US" sz="1430" kern="0">
              <a:solidFill>
                <a:sysClr val="window" lastClr="FFFFFF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2" name="文本框 3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908935" y="5317490"/>
            <a:ext cx="740664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2F2637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理解实数与向量的积的定义，向量平行的充要条件</a:t>
            </a:r>
            <a:endParaRPr lang="zh-CN" altLang="en-US" sz="2400" b="1">
              <a:solidFill>
                <a:srgbClr val="2F2637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2797175" y="2062480"/>
            <a:ext cx="815911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rgbClr val="2F2637"/>
                </a:solidFill>
                <a:latin typeface="Arial" panose="020B0604020202020204"/>
                <a:ea typeface="微软雅黑" panose="020B0503020204020204" pitchFamily="34" charset="-122"/>
              </a:rPr>
              <a:t>掌握实数与向量的积的定义以及实数与向量积的三条运算律，会利用实数与向量积的运算律进行有关的计算</a:t>
            </a:r>
            <a:endParaRPr lang="zh-CN" altLang="en-US" sz="2400" b="1">
              <a:solidFill>
                <a:srgbClr val="2F2637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99"/>
                            </p:stCondLst>
                            <p:childTnLst>
                              <p:par>
                                <p:cTn id="17" presetID="2" presetClass="entr" presetSubtype="4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799"/>
                            </p:stCondLst>
                            <p:childTnLst>
                              <p:par>
                                <p:cTn id="2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99"/>
                            </p:stCondLst>
                            <p:childTnLst>
                              <p:par>
                                <p:cTn id="26" presetID="2" presetClass="entr" presetSubtype="4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299"/>
                            </p:stCondLst>
                            <p:childTnLst>
                              <p:par>
                                <p:cTn id="3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799"/>
                            </p:stCondLst>
                            <p:childTnLst>
                              <p:par>
                                <p:cTn id="35" presetID="2" presetClass="entr" presetSubtype="4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799"/>
                            </p:stCondLst>
                            <p:childTnLst>
                              <p:par>
                                <p:cTn id="44" presetID="2" presetClass="entr" presetSubtype="2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799"/>
                            </p:stCondLst>
                            <p:childTnLst>
                              <p:par>
                                <p:cTn id="4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299"/>
                            </p:stCondLst>
                            <p:childTnLst>
                              <p:par>
                                <p:cTn id="53" presetID="2" presetClass="entr" presetSubtype="2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7" grpId="0" animBg="1"/>
      <p:bldP spid="8" grpId="0" animBg="1"/>
      <p:bldP spid="9" grpId="0"/>
      <p:bldP spid="10" grpId="0" animBg="1"/>
      <p:bldP spid="11" grpId="0" animBg="1"/>
      <p:bldP spid="12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314154" y="113163"/>
            <a:ext cx="526167" cy="528000"/>
          </a:xfrm>
          <a:custGeom>
            <a:avLst/>
            <a:gdLst>
              <a:gd name="T0" fmla="*/ 453 w 638"/>
              <a:gd name="T1" fmla="*/ 529 h 638"/>
              <a:gd name="T2" fmla="*/ 79 w 638"/>
              <a:gd name="T3" fmla="*/ 529 h 638"/>
              <a:gd name="T4" fmla="*/ 25 w 638"/>
              <a:gd name="T5" fmla="*/ 584 h 638"/>
              <a:gd name="T6" fmla="*/ 79 w 638"/>
              <a:gd name="T7" fmla="*/ 638 h 638"/>
              <a:gd name="T8" fmla="*/ 583 w 638"/>
              <a:gd name="T9" fmla="*/ 638 h 638"/>
              <a:gd name="T10" fmla="*/ 585 w 638"/>
              <a:gd name="T11" fmla="*/ 638 h 638"/>
              <a:gd name="T12" fmla="*/ 586 w 638"/>
              <a:gd name="T13" fmla="*/ 638 h 638"/>
              <a:gd name="T14" fmla="*/ 622 w 638"/>
              <a:gd name="T15" fmla="*/ 622 h 638"/>
              <a:gd name="T16" fmla="*/ 638 w 638"/>
              <a:gd name="T17" fmla="*/ 585 h 638"/>
              <a:gd name="T18" fmla="*/ 638 w 638"/>
              <a:gd name="T19" fmla="*/ 583 h 638"/>
              <a:gd name="T20" fmla="*/ 638 w 638"/>
              <a:gd name="T21" fmla="*/ 79 h 638"/>
              <a:gd name="T22" fmla="*/ 584 w 638"/>
              <a:gd name="T23" fmla="*/ 25 h 638"/>
              <a:gd name="T24" fmla="*/ 529 w 638"/>
              <a:gd name="T25" fmla="*/ 79 h 638"/>
              <a:gd name="T26" fmla="*/ 529 w 638"/>
              <a:gd name="T27" fmla="*/ 453 h 638"/>
              <a:gd name="T28" fmla="*/ 97 w 638"/>
              <a:gd name="T29" fmla="*/ 21 h 638"/>
              <a:gd name="T30" fmla="*/ 21 w 638"/>
              <a:gd name="T31" fmla="*/ 21 h 638"/>
              <a:gd name="T32" fmla="*/ 21 w 638"/>
              <a:gd name="T33" fmla="*/ 97 h 638"/>
              <a:gd name="T34" fmla="*/ 453 w 638"/>
              <a:gd name="T35" fmla="*/ 529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38" h="638">
                <a:moveTo>
                  <a:pt x="453" y="529"/>
                </a:moveTo>
                <a:lnTo>
                  <a:pt x="79" y="529"/>
                </a:lnTo>
                <a:cubicBezTo>
                  <a:pt x="50" y="529"/>
                  <a:pt x="25" y="554"/>
                  <a:pt x="25" y="584"/>
                </a:cubicBezTo>
                <a:cubicBezTo>
                  <a:pt x="25" y="613"/>
                  <a:pt x="50" y="638"/>
                  <a:pt x="79" y="638"/>
                </a:cubicBezTo>
                <a:lnTo>
                  <a:pt x="583" y="638"/>
                </a:lnTo>
                <a:lnTo>
                  <a:pt x="585" y="638"/>
                </a:lnTo>
                <a:lnTo>
                  <a:pt x="586" y="638"/>
                </a:lnTo>
                <a:cubicBezTo>
                  <a:pt x="600" y="637"/>
                  <a:pt x="612" y="631"/>
                  <a:pt x="622" y="622"/>
                </a:cubicBezTo>
                <a:cubicBezTo>
                  <a:pt x="632" y="612"/>
                  <a:pt x="637" y="599"/>
                  <a:pt x="638" y="585"/>
                </a:cubicBezTo>
                <a:lnTo>
                  <a:pt x="638" y="583"/>
                </a:lnTo>
                <a:lnTo>
                  <a:pt x="638" y="79"/>
                </a:lnTo>
                <a:cubicBezTo>
                  <a:pt x="638" y="50"/>
                  <a:pt x="613" y="25"/>
                  <a:pt x="584" y="25"/>
                </a:cubicBezTo>
                <a:cubicBezTo>
                  <a:pt x="554" y="25"/>
                  <a:pt x="529" y="50"/>
                  <a:pt x="529" y="79"/>
                </a:cubicBezTo>
                <a:lnTo>
                  <a:pt x="529" y="453"/>
                </a:lnTo>
                <a:lnTo>
                  <a:pt x="97" y="21"/>
                </a:lnTo>
                <a:cubicBezTo>
                  <a:pt x="76" y="0"/>
                  <a:pt x="42" y="0"/>
                  <a:pt x="21" y="21"/>
                </a:cubicBezTo>
                <a:cubicBezTo>
                  <a:pt x="0" y="42"/>
                  <a:pt x="0" y="76"/>
                  <a:pt x="21" y="97"/>
                </a:cubicBezTo>
                <a:lnTo>
                  <a:pt x="453" y="529"/>
                </a:lnTo>
                <a:close/>
              </a:path>
            </a:pathLst>
          </a:custGeom>
          <a:solidFill>
            <a:srgbClr val="00C0D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3200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" name="TextBox 4"/>
          <p:cNvSpPr txBox="1"/>
          <p:nvPr>
            <p:custDataLst>
              <p:tags r:id="rId2"/>
            </p:custDataLst>
          </p:nvPr>
        </p:nvSpPr>
        <p:spPr>
          <a:xfrm>
            <a:off x="909903" y="57323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Arial" panose="020B0604020202020204"/>
              </a:rPr>
              <a:t>新课导入</a:t>
            </a:r>
            <a:endParaRPr lang="zh-CN" altLang="en-US">
              <a:sym typeface="Arial" panose="020B0604020202020204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381635" y="933450"/>
            <a:ext cx="11251565" cy="3110865"/>
          </a:xfrm>
          <a:prstGeom prst="rect">
            <a:avLst/>
          </a:prstGeom>
        </p:spPr>
        <p:txBody>
          <a:bodyPr>
            <a:noAutofit/>
          </a:bodyPr>
          <a:lstStyle/>
          <a:p>
            <a:pPr marL="584200" indent="33020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i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3200" b="1" i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</a:t>
            </a:r>
            <a:r>
              <a:rPr lang="zh-CN" altLang="en-US" sz="3200" b="1" i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上节课我们学习了哪些内容？</a:t>
            </a:r>
            <a:endParaRPr lang="zh-CN" altLang="en-US" sz="3200" b="1" i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84200" indent="33020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i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i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复数的概念、代数表示及复数相等</a:t>
            </a:r>
            <a:r>
              <a:rPr lang="en-US" altLang="zh-CN" sz="3200" b="1" i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en-US" altLang="zh-CN" sz="3200" b="1" i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84200" indent="33020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问题</a:t>
            </a:r>
            <a:r>
              <a:rPr lang="en-US" altLang="zh-CN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2:</a:t>
            </a:r>
            <a:r>
              <a:rPr lang="zh-CN" altLang="en-US" sz="3200" b="1" i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引入虚数单位，建立复数概念主要运用了怎样的思想方法？</a:t>
            </a:r>
            <a:endParaRPr lang="zh-CN" altLang="en-US" sz="3200" b="1" i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84200" indent="33020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i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类比有理数扩充到实数的过程、思想和方法得到了复数</a:t>
            </a:r>
            <a:r>
              <a:rPr lang="en-US" altLang="zh-CN" sz="3200" b="1" i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i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及其代数表示</a:t>
            </a:r>
            <a:r>
              <a:rPr lang="en-US" altLang="zh-CN" sz="3200" b="1" i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en-US" altLang="zh-CN" sz="3200" b="1" i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84200" indent="33020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3200" b="1" i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10031730" y="4907915"/>
            <a:ext cx="1855470" cy="185547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612140" y="4213860"/>
            <a:ext cx="10469245" cy="16852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84200" indent="33020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问题</a:t>
            </a:r>
            <a:r>
              <a:rPr lang="en-US" altLang="zh-CN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：同学们，我们知道实数可以用数轴上的点来表示。那么，复数是否也有类似的几何表示呢？</a:t>
            </a:r>
            <a:endParaRPr lang="zh-CN" altLang="en-US" sz="32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84200" indent="33020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复数的几何意义是什么？</a:t>
            </a:r>
            <a:endParaRPr lang="zh-CN" altLang="en-US" sz="32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2" name="文本框 13331"/>
          <p:cNvSpPr txBox="1"/>
          <p:nvPr>
            <p:custDataLst>
              <p:tags r:id="rId1"/>
            </p:custDataLst>
          </p:nvPr>
        </p:nvSpPr>
        <p:spPr>
          <a:xfrm>
            <a:off x="0" y="700405"/>
            <a:ext cx="673227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</a:rPr>
              <a:t>一、复数的几何意义</a:t>
            </a:r>
            <a:endParaRPr lang="zh-CN" altLang="en-US" sz="3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-1522" y="487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909903" y="57323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Arial" panose="020B0604020202020204"/>
              </a:rPr>
              <a:t>新课讲授</a:t>
            </a:r>
            <a:endParaRPr lang="zh-CN" altLang="en-US">
              <a:sym typeface="Arial" panose="020B0604020202020204"/>
            </a:endParaRPr>
          </a:p>
        </p:txBody>
      </p:sp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95325"/>
            <a:chOff x="0" y="0"/>
            <a:chExt cx="12192000" cy="695325"/>
          </a:xfrm>
        </p:grpSpPr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95325"/>
            </a:xfrm>
            <a:prstGeom prst="rect">
              <a:avLst/>
            </a:prstGeom>
            <a:solidFill>
              <a:srgbClr val="00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7" name="TextBox 4"/>
            <p:cNvSpPr txBox="1"/>
            <p:nvPr>
              <p:custDataLst>
                <p:tags r:id="rId6"/>
              </p:custDataLst>
            </p:nvPr>
          </p:nvSpPr>
          <p:spPr>
            <a:xfrm>
              <a:off x="909903" y="57323"/>
              <a:ext cx="518457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 b="1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>
                  <a:sym typeface="Arial" panose="020B0604020202020204"/>
                </a:rPr>
                <a:t>新课讲授</a:t>
              </a:r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8" name="Freeform 5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 bwMode="auto">
            <a:xfrm>
              <a:off x="314154" y="113163"/>
              <a:ext cx="526167" cy="528000"/>
            </a:xfrm>
            <a:custGeom>
              <a:avLst/>
              <a:gdLst>
                <a:gd name="T0" fmla="*/ 453 w 638"/>
                <a:gd name="T1" fmla="*/ 529 h 638"/>
                <a:gd name="T2" fmla="*/ 79 w 638"/>
                <a:gd name="T3" fmla="*/ 529 h 638"/>
                <a:gd name="T4" fmla="*/ 25 w 638"/>
                <a:gd name="T5" fmla="*/ 584 h 638"/>
                <a:gd name="T6" fmla="*/ 79 w 638"/>
                <a:gd name="T7" fmla="*/ 638 h 638"/>
                <a:gd name="T8" fmla="*/ 583 w 638"/>
                <a:gd name="T9" fmla="*/ 638 h 638"/>
                <a:gd name="T10" fmla="*/ 585 w 638"/>
                <a:gd name="T11" fmla="*/ 638 h 638"/>
                <a:gd name="T12" fmla="*/ 586 w 638"/>
                <a:gd name="T13" fmla="*/ 638 h 638"/>
                <a:gd name="T14" fmla="*/ 622 w 638"/>
                <a:gd name="T15" fmla="*/ 622 h 638"/>
                <a:gd name="T16" fmla="*/ 638 w 638"/>
                <a:gd name="T17" fmla="*/ 585 h 638"/>
                <a:gd name="T18" fmla="*/ 638 w 638"/>
                <a:gd name="T19" fmla="*/ 583 h 638"/>
                <a:gd name="T20" fmla="*/ 638 w 638"/>
                <a:gd name="T21" fmla="*/ 79 h 638"/>
                <a:gd name="T22" fmla="*/ 584 w 638"/>
                <a:gd name="T23" fmla="*/ 25 h 638"/>
                <a:gd name="T24" fmla="*/ 529 w 638"/>
                <a:gd name="T25" fmla="*/ 79 h 638"/>
                <a:gd name="T26" fmla="*/ 529 w 638"/>
                <a:gd name="T27" fmla="*/ 453 h 638"/>
                <a:gd name="T28" fmla="*/ 97 w 638"/>
                <a:gd name="T29" fmla="*/ 21 h 638"/>
                <a:gd name="T30" fmla="*/ 21 w 638"/>
                <a:gd name="T31" fmla="*/ 21 h 638"/>
                <a:gd name="T32" fmla="*/ 21 w 638"/>
                <a:gd name="T33" fmla="*/ 97 h 638"/>
                <a:gd name="T34" fmla="*/ 453 w 638"/>
                <a:gd name="T35" fmla="*/ 529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8" h="638">
                  <a:moveTo>
                    <a:pt x="453" y="529"/>
                  </a:moveTo>
                  <a:lnTo>
                    <a:pt x="79" y="529"/>
                  </a:lnTo>
                  <a:cubicBezTo>
                    <a:pt x="50" y="529"/>
                    <a:pt x="25" y="554"/>
                    <a:pt x="25" y="584"/>
                  </a:cubicBezTo>
                  <a:cubicBezTo>
                    <a:pt x="25" y="613"/>
                    <a:pt x="50" y="638"/>
                    <a:pt x="79" y="638"/>
                  </a:cubicBezTo>
                  <a:lnTo>
                    <a:pt x="583" y="638"/>
                  </a:lnTo>
                  <a:lnTo>
                    <a:pt x="585" y="638"/>
                  </a:lnTo>
                  <a:lnTo>
                    <a:pt x="586" y="638"/>
                  </a:lnTo>
                  <a:cubicBezTo>
                    <a:pt x="600" y="637"/>
                    <a:pt x="612" y="631"/>
                    <a:pt x="622" y="622"/>
                  </a:cubicBezTo>
                  <a:cubicBezTo>
                    <a:pt x="632" y="612"/>
                    <a:pt x="637" y="599"/>
                    <a:pt x="638" y="585"/>
                  </a:cubicBezTo>
                  <a:lnTo>
                    <a:pt x="638" y="583"/>
                  </a:lnTo>
                  <a:lnTo>
                    <a:pt x="638" y="79"/>
                  </a:lnTo>
                  <a:cubicBezTo>
                    <a:pt x="638" y="50"/>
                    <a:pt x="613" y="25"/>
                    <a:pt x="584" y="25"/>
                  </a:cubicBezTo>
                  <a:cubicBezTo>
                    <a:pt x="554" y="25"/>
                    <a:pt x="529" y="50"/>
                    <a:pt x="529" y="79"/>
                  </a:cubicBezTo>
                  <a:lnTo>
                    <a:pt x="529" y="453"/>
                  </a:lnTo>
                  <a:lnTo>
                    <a:pt x="97" y="21"/>
                  </a:lnTo>
                  <a:cubicBezTo>
                    <a:pt x="76" y="0"/>
                    <a:pt x="42" y="0"/>
                    <a:pt x="21" y="21"/>
                  </a:cubicBezTo>
                  <a:cubicBezTo>
                    <a:pt x="0" y="42"/>
                    <a:pt x="0" y="76"/>
                    <a:pt x="21" y="97"/>
                  </a:cubicBezTo>
                  <a:lnTo>
                    <a:pt x="453" y="529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3200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 flipH="1">
            <a:off x="10031730" y="4907915"/>
            <a:ext cx="1855470" cy="1855470"/>
          </a:xfrm>
          <a:prstGeom prst="rect">
            <a:avLst/>
          </a:prstGeom>
        </p:spPr>
      </p:pic>
      <p:graphicFrame>
        <p:nvGraphicFramePr>
          <p:cNvPr id="9" name="Object 3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571500" y="2313940"/>
          <a:ext cx="9984740" cy="4990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Microsoft Word 97-2003" r:id="rId11" imgW="11039475" imgH="5362575" progId="Word.Document.8">
                  <p:embed/>
                </p:oleObj>
              </mc:Choice>
              <mc:Fallback>
                <p:oleObj name="Microsoft Word 97-2003" r:id="rId11" imgW="11039475" imgH="536257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1500" y="2313940"/>
                        <a:ext cx="9984740" cy="49904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>
            <p:custDataLst>
              <p:tags r:id="rId13"/>
            </p:custDataLst>
          </p:nvPr>
        </p:nvSpPr>
        <p:spPr>
          <a:xfrm>
            <a:off x="382270" y="1127760"/>
            <a:ext cx="11019155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940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i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</a:t>
            </a:r>
            <a:r>
              <a:rPr lang="en-US" altLang="zh-CN" sz="2400" b="1" i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4:</a:t>
            </a:r>
            <a:r>
              <a:rPr lang="zh-CN" altLang="en-US" sz="2000" b="1" i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研究一个数学对象时，建立相关知识之间的联系是认识数学对象的重要一环</a:t>
            </a:r>
            <a:r>
              <a:rPr lang="en-US" altLang="zh-CN" sz="2000" b="1" i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</a:t>
            </a:r>
            <a:r>
              <a:rPr lang="zh-CN" altLang="en-US" sz="2000" b="1" i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其中，用不同 方式表示这个数学对象是建立联系的基础</a:t>
            </a:r>
            <a:r>
              <a:rPr lang="en-US" altLang="zh-CN" sz="2000" b="1" i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</a:t>
            </a:r>
            <a:r>
              <a:rPr lang="zh-CN" altLang="en-US" sz="2000" b="1" i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在平面直角坐标系中，每一个平面向量都可以用一个有序实 数对来表示，而有序实数对与复数是一一对应的，你能用平面向量来表示复数吗？</a:t>
            </a:r>
            <a:endParaRPr lang="zh-CN" altLang="en-US" sz="2000" b="1" i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2" name="文本框 13331"/>
          <p:cNvSpPr txBox="1"/>
          <p:nvPr>
            <p:custDataLst>
              <p:tags r:id="rId1"/>
            </p:custDataLst>
          </p:nvPr>
        </p:nvSpPr>
        <p:spPr>
          <a:xfrm>
            <a:off x="0" y="700405"/>
            <a:ext cx="673227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</a:rPr>
              <a:t>一、复数的几何意义</a:t>
            </a:r>
            <a:endParaRPr lang="zh-CN" altLang="en-US" sz="3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-1522" y="487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909903" y="57323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Arial" panose="020B0604020202020204"/>
              </a:rPr>
              <a:t>新课讲授</a:t>
            </a:r>
            <a:endParaRPr lang="zh-CN" altLang="en-US">
              <a:sym typeface="Arial" panose="020B0604020202020204"/>
            </a:endParaRPr>
          </a:p>
        </p:txBody>
      </p:sp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95325"/>
            <a:chOff x="0" y="0"/>
            <a:chExt cx="12192000" cy="695325"/>
          </a:xfrm>
        </p:grpSpPr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95325"/>
            </a:xfrm>
            <a:prstGeom prst="rect">
              <a:avLst/>
            </a:prstGeom>
            <a:solidFill>
              <a:srgbClr val="00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7" name="TextBox 4"/>
            <p:cNvSpPr txBox="1"/>
            <p:nvPr>
              <p:custDataLst>
                <p:tags r:id="rId6"/>
              </p:custDataLst>
            </p:nvPr>
          </p:nvSpPr>
          <p:spPr>
            <a:xfrm>
              <a:off x="909903" y="57323"/>
              <a:ext cx="518457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 b="1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>
                  <a:sym typeface="Arial" panose="020B0604020202020204"/>
                </a:rPr>
                <a:t>新课讲授</a:t>
              </a:r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8" name="Freeform 5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 bwMode="auto">
            <a:xfrm>
              <a:off x="314154" y="113163"/>
              <a:ext cx="526167" cy="528000"/>
            </a:xfrm>
            <a:custGeom>
              <a:avLst/>
              <a:gdLst>
                <a:gd name="T0" fmla="*/ 453 w 638"/>
                <a:gd name="T1" fmla="*/ 529 h 638"/>
                <a:gd name="T2" fmla="*/ 79 w 638"/>
                <a:gd name="T3" fmla="*/ 529 h 638"/>
                <a:gd name="T4" fmla="*/ 25 w 638"/>
                <a:gd name="T5" fmla="*/ 584 h 638"/>
                <a:gd name="T6" fmla="*/ 79 w 638"/>
                <a:gd name="T7" fmla="*/ 638 h 638"/>
                <a:gd name="T8" fmla="*/ 583 w 638"/>
                <a:gd name="T9" fmla="*/ 638 h 638"/>
                <a:gd name="T10" fmla="*/ 585 w 638"/>
                <a:gd name="T11" fmla="*/ 638 h 638"/>
                <a:gd name="T12" fmla="*/ 586 w 638"/>
                <a:gd name="T13" fmla="*/ 638 h 638"/>
                <a:gd name="T14" fmla="*/ 622 w 638"/>
                <a:gd name="T15" fmla="*/ 622 h 638"/>
                <a:gd name="T16" fmla="*/ 638 w 638"/>
                <a:gd name="T17" fmla="*/ 585 h 638"/>
                <a:gd name="T18" fmla="*/ 638 w 638"/>
                <a:gd name="T19" fmla="*/ 583 h 638"/>
                <a:gd name="T20" fmla="*/ 638 w 638"/>
                <a:gd name="T21" fmla="*/ 79 h 638"/>
                <a:gd name="T22" fmla="*/ 584 w 638"/>
                <a:gd name="T23" fmla="*/ 25 h 638"/>
                <a:gd name="T24" fmla="*/ 529 w 638"/>
                <a:gd name="T25" fmla="*/ 79 h 638"/>
                <a:gd name="T26" fmla="*/ 529 w 638"/>
                <a:gd name="T27" fmla="*/ 453 h 638"/>
                <a:gd name="T28" fmla="*/ 97 w 638"/>
                <a:gd name="T29" fmla="*/ 21 h 638"/>
                <a:gd name="T30" fmla="*/ 21 w 638"/>
                <a:gd name="T31" fmla="*/ 21 h 638"/>
                <a:gd name="T32" fmla="*/ 21 w 638"/>
                <a:gd name="T33" fmla="*/ 97 h 638"/>
                <a:gd name="T34" fmla="*/ 453 w 638"/>
                <a:gd name="T35" fmla="*/ 529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8" h="638">
                  <a:moveTo>
                    <a:pt x="453" y="529"/>
                  </a:moveTo>
                  <a:lnTo>
                    <a:pt x="79" y="529"/>
                  </a:lnTo>
                  <a:cubicBezTo>
                    <a:pt x="50" y="529"/>
                    <a:pt x="25" y="554"/>
                    <a:pt x="25" y="584"/>
                  </a:cubicBezTo>
                  <a:cubicBezTo>
                    <a:pt x="25" y="613"/>
                    <a:pt x="50" y="638"/>
                    <a:pt x="79" y="638"/>
                  </a:cubicBezTo>
                  <a:lnTo>
                    <a:pt x="583" y="638"/>
                  </a:lnTo>
                  <a:lnTo>
                    <a:pt x="585" y="638"/>
                  </a:lnTo>
                  <a:lnTo>
                    <a:pt x="586" y="638"/>
                  </a:lnTo>
                  <a:cubicBezTo>
                    <a:pt x="600" y="637"/>
                    <a:pt x="612" y="631"/>
                    <a:pt x="622" y="622"/>
                  </a:cubicBezTo>
                  <a:cubicBezTo>
                    <a:pt x="632" y="612"/>
                    <a:pt x="637" y="599"/>
                    <a:pt x="638" y="585"/>
                  </a:cubicBezTo>
                  <a:lnTo>
                    <a:pt x="638" y="583"/>
                  </a:lnTo>
                  <a:lnTo>
                    <a:pt x="638" y="79"/>
                  </a:lnTo>
                  <a:cubicBezTo>
                    <a:pt x="638" y="50"/>
                    <a:pt x="613" y="25"/>
                    <a:pt x="584" y="25"/>
                  </a:cubicBezTo>
                  <a:cubicBezTo>
                    <a:pt x="554" y="25"/>
                    <a:pt x="529" y="50"/>
                    <a:pt x="529" y="79"/>
                  </a:cubicBezTo>
                  <a:lnTo>
                    <a:pt x="529" y="453"/>
                  </a:lnTo>
                  <a:lnTo>
                    <a:pt x="97" y="21"/>
                  </a:lnTo>
                  <a:cubicBezTo>
                    <a:pt x="76" y="0"/>
                    <a:pt x="42" y="0"/>
                    <a:pt x="21" y="21"/>
                  </a:cubicBezTo>
                  <a:cubicBezTo>
                    <a:pt x="0" y="42"/>
                    <a:pt x="0" y="76"/>
                    <a:pt x="21" y="97"/>
                  </a:cubicBezTo>
                  <a:lnTo>
                    <a:pt x="453" y="529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3200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 flipH="1">
            <a:off x="10031730" y="4907915"/>
            <a:ext cx="1855470" cy="1855470"/>
          </a:xfrm>
          <a:prstGeom prst="rect">
            <a:avLst/>
          </a:prstGeom>
        </p:spPr>
      </p:pic>
      <p:graphicFrame>
        <p:nvGraphicFramePr>
          <p:cNvPr id="9" name="Object 3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74295" y="1488440"/>
          <a:ext cx="11216640" cy="5452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Microsoft Word 97-2003" r:id="rId11" imgW="11039475" imgH="5162550" progId="Word.Document.8">
                  <p:embed/>
                </p:oleObj>
              </mc:Choice>
              <mc:Fallback>
                <p:oleObj name="Microsoft Word 97-2003" r:id="rId11" imgW="11039475" imgH="516255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4295" y="1488440"/>
                        <a:ext cx="11216640" cy="54527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209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9201468" y="2635250"/>
            <a:ext cx="2752725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" dur="80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9" dur="80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80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3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2" name="文本框 13331"/>
          <p:cNvSpPr txBox="1"/>
          <p:nvPr>
            <p:custDataLst>
              <p:tags r:id="rId1"/>
            </p:custDataLst>
          </p:nvPr>
        </p:nvSpPr>
        <p:spPr>
          <a:xfrm>
            <a:off x="0" y="700405"/>
            <a:ext cx="673227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</a:rPr>
              <a:t>一、复数的几何意义</a:t>
            </a:r>
            <a:endParaRPr lang="zh-CN" altLang="en-US" sz="3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-1522" y="487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909903" y="57323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Arial" panose="020B0604020202020204"/>
              </a:rPr>
              <a:t>新课讲授</a:t>
            </a:r>
            <a:endParaRPr lang="zh-CN" altLang="en-US">
              <a:sym typeface="Arial" panose="020B0604020202020204"/>
            </a:endParaRPr>
          </a:p>
        </p:txBody>
      </p:sp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95325"/>
            <a:chOff x="0" y="0"/>
            <a:chExt cx="12192000" cy="695325"/>
          </a:xfrm>
        </p:grpSpPr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95325"/>
            </a:xfrm>
            <a:prstGeom prst="rect">
              <a:avLst/>
            </a:prstGeom>
            <a:solidFill>
              <a:srgbClr val="00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7" name="TextBox 4"/>
            <p:cNvSpPr txBox="1"/>
            <p:nvPr>
              <p:custDataLst>
                <p:tags r:id="rId6"/>
              </p:custDataLst>
            </p:nvPr>
          </p:nvSpPr>
          <p:spPr>
            <a:xfrm>
              <a:off x="909903" y="57323"/>
              <a:ext cx="518457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 b="1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>
                  <a:sym typeface="Arial" panose="020B0604020202020204"/>
                </a:rPr>
                <a:t>新课讲授</a:t>
              </a:r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8" name="Freeform 5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 bwMode="auto">
            <a:xfrm>
              <a:off x="314154" y="113163"/>
              <a:ext cx="526167" cy="528000"/>
            </a:xfrm>
            <a:custGeom>
              <a:avLst/>
              <a:gdLst>
                <a:gd name="T0" fmla="*/ 453 w 638"/>
                <a:gd name="T1" fmla="*/ 529 h 638"/>
                <a:gd name="T2" fmla="*/ 79 w 638"/>
                <a:gd name="T3" fmla="*/ 529 h 638"/>
                <a:gd name="T4" fmla="*/ 25 w 638"/>
                <a:gd name="T5" fmla="*/ 584 h 638"/>
                <a:gd name="T6" fmla="*/ 79 w 638"/>
                <a:gd name="T7" fmla="*/ 638 h 638"/>
                <a:gd name="T8" fmla="*/ 583 w 638"/>
                <a:gd name="T9" fmla="*/ 638 h 638"/>
                <a:gd name="T10" fmla="*/ 585 w 638"/>
                <a:gd name="T11" fmla="*/ 638 h 638"/>
                <a:gd name="T12" fmla="*/ 586 w 638"/>
                <a:gd name="T13" fmla="*/ 638 h 638"/>
                <a:gd name="T14" fmla="*/ 622 w 638"/>
                <a:gd name="T15" fmla="*/ 622 h 638"/>
                <a:gd name="T16" fmla="*/ 638 w 638"/>
                <a:gd name="T17" fmla="*/ 585 h 638"/>
                <a:gd name="T18" fmla="*/ 638 w 638"/>
                <a:gd name="T19" fmla="*/ 583 h 638"/>
                <a:gd name="T20" fmla="*/ 638 w 638"/>
                <a:gd name="T21" fmla="*/ 79 h 638"/>
                <a:gd name="T22" fmla="*/ 584 w 638"/>
                <a:gd name="T23" fmla="*/ 25 h 638"/>
                <a:gd name="T24" fmla="*/ 529 w 638"/>
                <a:gd name="T25" fmla="*/ 79 h 638"/>
                <a:gd name="T26" fmla="*/ 529 w 638"/>
                <a:gd name="T27" fmla="*/ 453 h 638"/>
                <a:gd name="T28" fmla="*/ 97 w 638"/>
                <a:gd name="T29" fmla="*/ 21 h 638"/>
                <a:gd name="T30" fmla="*/ 21 w 638"/>
                <a:gd name="T31" fmla="*/ 21 h 638"/>
                <a:gd name="T32" fmla="*/ 21 w 638"/>
                <a:gd name="T33" fmla="*/ 97 h 638"/>
                <a:gd name="T34" fmla="*/ 453 w 638"/>
                <a:gd name="T35" fmla="*/ 529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8" h="638">
                  <a:moveTo>
                    <a:pt x="453" y="529"/>
                  </a:moveTo>
                  <a:lnTo>
                    <a:pt x="79" y="529"/>
                  </a:lnTo>
                  <a:cubicBezTo>
                    <a:pt x="50" y="529"/>
                    <a:pt x="25" y="554"/>
                    <a:pt x="25" y="584"/>
                  </a:cubicBezTo>
                  <a:cubicBezTo>
                    <a:pt x="25" y="613"/>
                    <a:pt x="50" y="638"/>
                    <a:pt x="79" y="638"/>
                  </a:cubicBezTo>
                  <a:lnTo>
                    <a:pt x="583" y="638"/>
                  </a:lnTo>
                  <a:lnTo>
                    <a:pt x="585" y="638"/>
                  </a:lnTo>
                  <a:lnTo>
                    <a:pt x="586" y="638"/>
                  </a:lnTo>
                  <a:cubicBezTo>
                    <a:pt x="600" y="637"/>
                    <a:pt x="612" y="631"/>
                    <a:pt x="622" y="622"/>
                  </a:cubicBezTo>
                  <a:cubicBezTo>
                    <a:pt x="632" y="612"/>
                    <a:pt x="637" y="599"/>
                    <a:pt x="638" y="585"/>
                  </a:cubicBezTo>
                  <a:lnTo>
                    <a:pt x="638" y="583"/>
                  </a:lnTo>
                  <a:lnTo>
                    <a:pt x="638" y="79"/>
                  </a:lnTo>
                  <a:cubicBezTo>
                    <a:pt x="638" y="50"/>
                    <a:pt x="613" y="25"/>
                    <a:pt x="584" y="25"/>
                  </a:cubicBezTo>
                  <a:cubicBezTo>
                    <a:pt x="554" y="25"/>
                    <a:pt x="529" y="50"/>
                    <a:pt x="529" y="79"/>
                  </a:cubicBezTo>
                  <a:lnTo>
                    <a:pt x="529" y="453"/>
                  </a:lnTo>
                  <a:lnTo>
                    <a:pt x="97" y="21"/>
                  </a:lnTo>
                  <a:cubicBezTo>
                    <a:pt x="76" y="0"/>
                    <a:pt x="42" y="0"/>
                    <a:pt x="21" y="21"/>
                  </a:cubicBezTo>
                  <a:cubicBezTo>
                    <a:pt x="0" y="42"/>
                    <a:pt x="0" y="76"/>
                    <a:pt x="21" y="97"/>
                  </a:cubicBezTo>
                  <a:lnTo>
                    <a:pt x="453" y="529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3200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 flipH="1">
            <a:off x="10031730" y="4907915"/>
            <a:ext cx="1855470" cy="1855470"/>
          </a:xfrm>
          <a:prstGeom prst="rect">
            <a:avLst/>
          </a:prstGeom>
        </p:spPr>
      </p:pic>
      <p:graphicFrame>
        <p:nvGraphicFramePr>
          <p:cNvPr id="9" name="Object 3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-139065" y="2171700"/>
          <a:ext cx="11216640" cy="2736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Microsoft Word 97-2003" r:id="rId11" imgW="11039475" imgH="2590800" progId="Word.Document.8">
                  <p:embed/>
                </p:oleObj>
              </mc:Choice>
              <mc:Fallback>
                <p:oleObj name="Microsoft Word 97-2003" r:id="rId11" imgW="11039475" imgH="259080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-139065" y="2171700"/>
                        <a:ext cx="11216640" cy="27362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>
            <p:custDataLst>
              <p:tags r:id="rId13"/>
            </p:custDataLst>
          </p:nvPr>
        </p:nvSpPr>
        <p:spPr>
          <a:xfrm>
            <a:off x="953135" y="1597025"/>
            <a:ext cx="980694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/>
                <a:ea typeface="黑体" panose="02010609060101010101" charset="-122"/>
              </a:rPr>
              <a:t>  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/>
                <a:ea typeface="黑体" panose="02010609060101010101" charset="-122"/>
              </a:rPr>
              <a:t>问题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</a:rPr>
              <a:t>5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/>
                <a:ea typeface="黑体" panose="02010609060101010101" charset="-122"/>
              </a:rPr>
              <a:t>：在复平面上，实轴上的点表示什么数？虚轴上的点表示什么数？</a:t>
            </a:r>
            <a:endParaRPr lang="zh-CN" altLang="en-US" sz="2400" b="1">
              <a:solidFill>
                <a:srgbClr val="FF0000"/>
              </a:solidFill>
              <a:latin typeface="Times New Roman" panose="02020603050405020304"/>
              <a:ea typeface="黑体" panose="02010609060101010101" charset="-122"/>
            </a:endParaRPr>
          </a:p>
        </p:txBody>
      </p:sp>
      <p:pic>
        <p:nvPicPr>
          <p:cNvPr id="12" name="图片 21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9590088" y="2369185"/>
            <a:ext cx="2390775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" dur="80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9" dur="80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80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5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6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332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2" name="文本框 13331"/>
          <p:cNvSpPr txBox="1"/>
          <p:nvPr>
            <p:custDataLst>
              <p:tags r:id="rId1"/>
            </p:custDataLst>
          </p:nvPr>
        </p:nvSpPr>
        <p:spPr>
          <a:xfrm>
            <a:off x="0" y="700405"/>
            <a:ext cx="673227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</a:rPr>
              <a:t>一、复数的几何意义</a:t>
            </a:r>
            <a:endParaRPr lang="zh-CN" altLang="en-US" sz="3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-1522" y="487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909903" y="57323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Arial" panose="020B0604020202020204"/>
              </a:rPr>
              <a:t>新课讲授</a:t>
            </a:r>
            <a:endParaRPr lang="zh-CN" altLang="en-US">
              <a:sym typeface="Arial" panose="020B0604020202020204"/>
            </a:endParaRPr>
          </a:p>
        </p:txBody>
      </p:sp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95325"/>
            <a:chOff x="0" y="0"/>
            <a:chExt cx="12192000" cy="695325"/>
          </a:xfrm>
        </p:grpSpPr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95325"/>
            </a:xfrm>
            <a:prstGeom prst="rect">
              <a:avLst/>
            </a:prstGeom>
            <a:solidFill>
              <a:srgbClr val="00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7" name="TextBox 4"/>
            <p:cNvSpPr txBox="1"/>
            <p:nvPr>
              <p:custDataLst>
                <p:tags r:id="rId6"/>
              </p:custDataLst>
            </p:nvPr>
          </p:nvSpPr>
          <p:spPr>
            <a:xfrm>
              <a:off x="909903" y="57323"/>
              <a:ext cx="518457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 b="1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>
                  <a:sym typeface="Arial" panose="020B0604020202020204"/>
                </a:rPr>
                <a:t>新课讲授</a:t>
              </a:r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8" name="Freeform 5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 bwMode="auto">
            <a:xfrm>
              <a:off x="314154" y="113163"/>
              <a:ext cx="526167" cy="528000"/>
            </a:xfrm>
            <a:custGeom>
              <a:avLst/>
              <a:gdLst>
                <a:gd name="T0" fmla="*/ 453 w 638"/>
                <a:gd name="T1" fmla="*/ 529 h 638"/>
                <a:gd name="T2" fmla="*/ 79 w 638"/>
                <a:gd name="T3" fmla="*/ 529 h 638"/>
                <a:gd name="T4" fmla="*/ 25 w 638"/>
                <a:gd name="T5" fmla="*/ 584 h 638"/>
                <a:gd name="T6" fmla="*/ 79 w 638"/>
                <a:gd name="T7" fmla="*/ 638 h 638"/>
                <a:gd name="T8" fmla="*/ 583 w 638"/>
                <a:gd name="T9" fmla="*/ 638 h 638"/>
                <a:gd name="T10" fmla="*/ 585 w 638"/>
                <a:gd name="T11" fmla="*/ 638 h 638"/>
                <a:gd name="T12" fmla="*/ 586 w 638"/>
                <a:gd name="T13" fmla="*/ 638 h 638"/>
                <a:gd name="T14" fmla="*/ 622 w 638"/>
                <a:gd name="T15" fmla="*/ 622 h 638"/>
                <a:gd name="T16" fmla="*/ 638 w 638"/>
                <a:gd name="T17" fmla="*/ 585 h 638"/>
                <a:gd name="T18" fmla="*/ 638 w 638"/>
                <a:gd name="T19" fmla="*/ 583 h 638"/>
                <a:gd name="T20" fmla="*/ 638 w 638"/>
                <a:gd name="T21" fmla="*/ 79 h 638"/>
                <a:gd name="T22" fmla="*/ 584 w 638"/>
                <a:gd name="T23" fmla="*/ 25 h 638"/>
                <a:gd name="T24" fmla="*/ 529 w 638"/>
                <a:gd name="T25" fmla="*/ 79 h 638"/>
                <a:gd name="T26" fmla="*/ 529 w 638"/>
                <a:gd name="T27" fmla="*/ 453 h 638"/>
                <a:gd name="T28" fmla="*/ 97 w 638"/>
                <a:gd name="T29" fmla="*/ 21 h 638"/>
                <a:gd name="T30" fmla="*/ 21 w 638"/>
                <a:gd name="T31" fmla="*/ 21 h 638"/>
                <a:gd name="T32" fmla="*/ 21 w 638"/>
                <a:gd name="T33" fmla="*/ 97 h 638"/>
                <a:gd name="T34" fmla="*/ 453 w 638"/>
                <a:gd name="T35" fmla="*/ 529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8" h="638">
                  <a:moveTo>
                    <a:pt x="453" y="529"/>
                  </a:moveTo>
                  <a:lnTo>
                    <a:pt x="79" y="529"/>
                  </a:lnTo>
                  <a:cubicBezTo>
                    <a:pt x="50" y="529"/>
                    <a:pt x="25" y="554"/>
                    <a:pt x="25" y="584"/>
                  </a:cubicBezTo>
                  <a:cubicBezTo>
                    <a:pt x="25" y="613"/>
                    <a:pt x="50" y="638"/>
                    <a:pt x="79" y="638"/>
                  </a:cubicBezTo>
                  <a:lnTo>
                    <a:pt x="583" y="638"/>
                  </a:lnTo>
                  <a:lnTo>
                    <a:pt x="585" y="638"/>
                  </a:lnTo>
                  <a:lnTo>
                    <a:pt x="586" y="638"/>
                  </a:lnTo>
                  <a:cubicBezTo>
                    <a:pt x="600" y="637"/>
                    <a:pt x="612" y="631"/>
                    <a:pt x="622" y="622"/>
                  </a:cubicBezTo>
                  <a:cubicBezTo>
                    <a:pt x="632" y="612"/>
                    <a:pt x="637" y="599"/>
                    <a:pt x="638" y="585"/>
                  </a:cubicBezTo>
                  <a:lnTo>
                    <a:pt x="638" y="583"/>
                  </a:lnTo>
                  <a:lnTo>
                    <a:pt x="638" y="79"/>
                  </a:lnTo>
                  <a:cubicBezTo>
                    <a:pt x="638" y="50"/>
                    <a:pt x="613" y="25"/>
                    <a:pt x="584" y="25"/>
                  </a:cubicBezTo>
                  <a:cubicBezTo>
                    <a:pt x="554" y="25"/>
                    <a:pt x="529" y="50"/>
                    <a:pt x="529" y="79"/>
                  </a:cubicBezTo>
                  <a:lnTo>
                    <a:pt x="529" y="453"/>
                  </a:lnTo>
                  <a:lnTo>
                    <a:pt x="97" y="21"/>
                  </a:lnTo>
                  <a:cubicBezTo>
                    <a:pt x="76" y="0"/>
                    <a:pt x="42" y="0"/>
                    <a:pt x="21" y="21"/>
                  </a:cubicBezTo>
                  <a:cubicBezTo>
                    <a:pt x="0" y="42"/>
                    <a:pt x="0" y="76"/>
                    <a:pt x="21" y="97"/>
                  </a:cubicBezTo>
                  <a:lnTo>
                    <a:pt x="453" y="529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3200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 flipH="1">
            <a:off x="10031730" y="4907915"/>
            <a:ext cx="1855470" cy="1855470"/>
          </a:xfrm>
          <a:prstGeom prst="rect">
            <a:avLst/>
          </a:prstGeom>
        </p:spPr>
      </p:pic>
      <p:graphicFrame>
        <p:nvGraphicFramePr>
          <p:cNvPr id="9" name="Object 3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67945" y="1476375"/>
          <a:ext cx="11216640" cy="3778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Microsoft Word 97-2003" r:id="rId11" imgW="11039475" imgH="3576955" progId="Word.Document.8">
                  <p:embed/>
                </p:oleObj>
              </mc:Choice>
              <mc:Fallback>
                <p:oleObj name="Microsoft Word 97-2003" r:id="rId11" imgW="11039475" imgH="357695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945" y="1476375"/>
                        <a:ext cx="11216640" cy="37788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3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2" name="文本框 13331"/>
          <p:cNvSpPr txBox="1"/>
          <p:nvPr>
            <p:custDataLst>
              <p:tags r:id="rId1"/>
            </p:custDataLst>
          </p:nvPr>
        </p:nvSpPr>
        <p:spPr>
          <a:xfrm>
            <a:off x="0" y="700405"/>
            <a:ext cx="673227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</a:rPr>
              <a:t>一、复数的几何意义</a:t>
            </a:r>
            <a:endParaRPr lang="zh-CN" altLang="en-US" sz="3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-1522" y="487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909903" y="57323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Arial" panose="020B0604020202020204"/>
              </a:rPr>
              <a:t>新课讲授</a:t>
            </a:r>
            <a:endParaRPr lang="zh-CN" altLang="en-US">
              <a:sym typeface="Arial" panose="020B0604020202020204"/>
            </a:endParaRPr>
          </a:p>
        </p:txBody>
      </p:sp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95325"/>
            <a:chOff x="0" y="0"/>
            <a:chExt cx="12192000" cy="695325"/>
          </a:xfrm>
        </p:grpSpPr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95325"/>
            </a:xfrm>
            <a:prstGeom prst="rect">
              <a:avLst/>
            </a:prstGeom>
            <a:solidFill>
              <a:srgbClr val="00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7" name="TextBox 4"/>
            <p:cNvSpPr txBox="1"/>
            <p:nvPr>
              <p:custDataLst>
                <p:tags r:id="rId6"/>
              </p:custDataLst>
            </p:nvPr>
          </p:nvSpPr>
          <p:spPr>
            <a:xfrm>
              <a:off x="909903" y="57323"/>
              <a:ext cx="518457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 b="1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>
                  <a:sym typeface="Arial" panose="020B0604020202020204"/>
                </a:rPr>
                <a:t>新课讲授</a:t>
              </a:r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8" name="Freeform 5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 bwMode="auto">
            <a:xfrm>
              <a:off x="314154" y="113163"/>
              <a:ext cx="526167" cy="528000"/>
            </a:xfrm>
            <a:custGeom>
              <a:avLst/>
              <a:gdLst>
                <a:gd name="T0" fmla="*/ 453 w 638"/>
                <a:gd name="T1" fmla="*/ 529 h 638"/>
                <a:gd name="T2" fmla="*/ 79 w 638"/>
                <a:gd name="T3" fmla="*/ 529 h 638"/>
                <a:gd name="T4" fmla="*/ 25 w 638"/>
                <a:gd name="T5" fmla="*/ 584 h 638"/>
                <a:gd name="T6" fmla="*/ 79 w 638"/>
                <a:gd name="T7" fmla="*/ 638 h 638"/>
                <a:gd name="T8" fmla="*/ 583 w 638"/>
                <a:gd name="T9" fmla="*/ 638 h 638"/>
                <a:gd name="T10" fmla="*/ 585 w 638"/>
                <a:gd name="T11" fmla="*/ 638 h 638"/>
                <a:gd name="T12" fmla="*/ 586 w 638"/>
                <a:gd name="T13" fmla="*/ 638 h 638"/>
                <a:gd name="T14" fmla="*/ 622 w 638"/>
                <a:gd name="T15" fmla="*/ 622 h 638"/>
                <a:gd name="T16" fmla="*/ 638 w 638"/>
                <a:gd name="T17" fmla="*/ 585 h 638"/>
                <a:gd name="T18" fmla="*/ 638 w 638"/>
                <a:gd name="T19" fmla="*/ 583 h 638"/>
                <a:gd name="T20" fmla="*/ 638 w 638"/>
                <a:gd name="T21" fmla="*/ 79 h 638"/>
                <a:gd name="T22" fmla="*/ 584 w 638"/>
                <a:gd name="T23" fmla="*/ 25 h 638"/>
                <a:gd name="T24" fmla="*/ 529 w 638"/>
                <a:gd name="T25" fmla="*/ 79 h 638"/>
                <a:gd name="T26" fmla="*/ 529 w 638"/>
                <a:gd name="T27" fmla="*/ 453 h 638"/>
                <a:gd name="T28" fmla="*/ 97 w 638"/>
                <a:gd name="T29" fmla="*/ 21 h 638"/>
                <a:gd name="T30" fmla="*/ 21 w 638"/>
                <a:gd name="T31" fmla="*/ 21 h 638"/>
                <a:gd name="T32" fmla="*/ 21 w 638"/>
                <a:gd name="T33" fmla="*/ 97 h 638"/>
                <a:gd name="T34" fmla="*/ 453 w 638"/>
                <a:gd name="T35" fmla="*/ 529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8" h="638">
                  <a:moveTo>
                    <a:pt x="453" y="529"/>
                  </a:moveTo>
                  <a:lnTo>
                    <a:pt x="79" y="529"/>
                  </a:lnTo>
                  <a:cubicBezTo>
                    <a:pt x="50" y="529"/>
                    <a:pt x="25" y="554"/>
                    <a:pt x="25" y="584"/>
                  </a:cubicBezTo>
                  <a:cubicBezTo>
                    <a:pt x="25" y="613"/>
                    <a:pt x="50" y="638"/>
                    <a:pt x="79" y="638"/>
                  </a:cubicBezTo>
                  <a:lnTo>
                    <a:pt x="583" y="638"/>
                  </a:lnTo>
                  <a:lnTo>
                    <a:pt x="585" y="638"/>
                  </a:lnTo>
                  <a:lnTo>
                    <a:pt x="586" y="638"/>
                  </a:lnTo>
                  <a:cubicBezTo>
                    <a:pt x="600" y="637"/>
                    <a:pt x="612" y="631"/>
                    <a:pt x="622" y="622"/>
                  </a:cubicBezTo>
                  <a:cubicBezTo>
                    <a:pt x="632" y="612"/>
                    <a:pt x="637" y="599"/>
                    <a:pt x="638" y="585"/>
                  </a:cubicBezTo>
                  <a:lnTo>
                    <a:pt x="638" y="583"/>
                  </a:lnTo>
                  <a:lnTo>
                    <a:pt x="638" y="79"/>
                  </a:lnTo>
                  <a:cubicBezTo>
                    <a:pt x="638" y="50"/>
                    <a:pt x="613" y="25"/>
                    <a:pt x="584" y="25"/>
                  </a:cubicBezTo>
                  <a:cubicBezTo>
                    <a:pt x="554" y="25"/>
                    <a:pt x="529" y="50"/>
                    <a:pt x="529" y="79"/>
                  </a:cubicBezTo>
                  <a:lnTo>
                    <a:pt x="529" y="453"/>
                  </a:lnTo>
                  <a:lnTo>
                    <a:pt x="97" y="21"/>
                  </a:lnTo>
                  <a:cubicBezTo>
                    <a:pt x="76" y="0"/>
                    <a:pt x="42" y="0"/>
                    <a:pt x="21" y="21"/>
                  </a:cubicBezTo>
                  <a:cubicBezTo>
                    <a:pt x="0" y="42"/>
                    <a:pt x="0" y="76"/>
                    <a:pt x="21" y="97"/>
                  </a:cubicBezTo>
                  <a:lnTo>
                    <a:pt x="453" y="529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3200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 flipH="1">
            <a:off x="10031730" y="4907915"/>
            <a:ext cx="1855470" cy="1855470"/>
          </a:xfrm>
          <a:prstGeom prst="rect">
            <a:avLst/>
          </a:prstGeom>
        </p:spPr>
      </p:pic>
      <p:graphicFrame>
        <p:nvGraphicFramePr>
          <p:cNvPr id="9" name="Object 3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437198" y="1345565"/>
          <a:ext cx="11207115" cy="4406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Microsoft Word 97-2003" r:id="rId11" imgW="11029950" imgH="4171950" progId="Word.Document.8">
                  <p:embed/>
                </p:oleObj>
              </mc:Choice>
              <mc:Fallback>
                <p:oleObj name="Microsoft Word 97-2003" r:id="rId11" imgW="11029950" imgH="417195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7198" y="1345565"/>
                        <a:ext cx="11207115" cy="44062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3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2" name="文本框 13331"/>
          <p:cNvSpPr txBox="1"/>
          <p:nvPr>
            <p:custDataLst>
              <p:tags r:id="rId1"/>
            </p:custDataLst>
          </p:nvPr>
        </p:nvSpPr>
        <p:spPr>
          <a:xfrm>
            <a:off x="0" y="700405"/>
            <a:ext cx="673227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</a:rPr>
              <a:t>一、复数的几何意义</a:t>
            </a:r>
            <a:endParaRPr lang="zh-CN" altLang="en-US" sz="3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-1522" y="487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909903" y="57323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Arial" panose="020B0604020202020204"/>
              </a:rPr>
              <a:t>新课讲授</a:t>
            </a:r>
            <a:endParaRPr lang="zh-CN" altLang="en-US">
              <a:sym typeface="Arial" panose="020B0604020202020204"/>
            </a:endParaRPr>
          </a:p>
        </p:txBody>
      </p:sp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95325"/>
            <a:chOff x="0" y="0"/>
            <a:chExt cx="12192000" cy="695325"/>
          </a:xfrm>
        </p:grpSpPr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95325"/>
            </a:xfrm>
            <a:prstGeom prst="rect">
              <a:avLst/>
            </a:prstGeom>
            <a:solidFill>
              <a:srgbClr val="00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7" name="TextBox 4"/>
            <p:cNvSpPr txBox="1"/>
            <p:nvPr>
              <p:custDataLst>
                <p:tags r:id="rId6"/>
              </p:custDataLst>
            </p:nvPr>
          </p:nvSpPr>
          <p:spPr>
            <a:xfrm>
              <a:off x="909903" y="57323"/>
              <a:ext cx="518457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 b="1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>
                  <a:sym typeface="Arial" panose="020B0604020202020204"/>
                </a:rPr>
                <a:t>新课讲授</a:t>
              </a:r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8" name="Freeform 5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 bwMode="auto">
            <a:xfrm>
              <a:off x="314154" y="113163"/>
              <a:ext cx="526167" cy="528000"/>
            </a:xfrm>
            <a:custGeom>
              <a:avLst/>
              <a:gdLst>
                <a:gd name="T0" fmla="*/ 453 w 638"/>
                <a:gd name="T1" fmla="*/ 529 h 638"/>
                <a:gd name="T2" fmla="*/ 79 w 638"/>
                <a:gd name="T3" fmla="*/ 529 h 638"/>
                <a:gd name="T4" fmla="*/ 25 w 638"/>
                <a:gd name="T5" fmla="*/ 584 h 638"/>
                <a:gd name="T6" fmla="*/ 79 w 638"/>
                <a:gd name="T7" fmla="*/ 638 h 638"/>
                <a:gd name="T8" fmla="*/ 583 w 638"/>
                <a:gd name="T9" fmla="*/ 638 h 638"/>
                <a:gd name="T10" fmla="*/ 585 w 638"/>
                <a:gd name="T11" fmla="*/ 638 h 638"/>
                <a:gd name="T12" fmla="*/ 586 w 638"/>
                <a:gd name="T13" fmla="*/ 638 h 638"/>
                <a:gd name="T14" fmla="*/ 622 w 638"/>
                <a:gd name="T15" fmla="*/ 622 h 638"/>
                <a:gd name="T16" fmla="*/ 638 w 638"/>
                <a:gd name="T17" fmla="*/ 585 h 638"/>
                <a:gd name="T18" fmla="*/ 638 w 638"/>
                <a:gd name="T19" fmla="*/ 583 h 638"/>
                <a:gd name="T20" fmla="*/ 638 w 638"/>
                <a:gd name="T21" fmla="*/ 79 h 638"/>
                <a:gd name="T22" fmla="*/ 584 w 638"/>
                <a:gd name="T23" fmla="*/ 25 h 638"/>
                <a:gd name="T24" fmla="*/ 529 w 638"/>
                <a:gd name="T25" fmla="*/ 79 h 638"/>
                <a:gd name="T26" fmla="*/ 529 w 638"/>
                <a:gd name="T27" fmla="*/ 453 h 638"/>
                <a:gd name="T28" fmla="*/ 97 w 638"/>
                <a:gd name="T29" fmla="*/ 21 h 638"/>
                <a:gd name="T30" fmla="*/ 21 w 638"/>
                <a:gd name="T31" fmla="*/ 21 h 638"/>
                <a:gd name="T32" fmla="*/ 21 w 638"/>
                <a:gd name="T33" fmla="*/ 97 h 638"/>
                <a:gd name="T34" fmla="*/ 453 w 638"/>
                <a:gd name="T35" fmla="*/ 529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8" h="638">
                  <a:moveTo>
                    <a:pt x="453" y="529"/>
                  </a:moveTo>
                  <a:lnTo>
                    <a:pt x="79" y="529"/>
                  </a:lnTo>
                  <a:cubicBezTo>
                    <a:pt x="50" y="529"/>
                    <a:pt x="25" y="554"/>
                    <a:pt x="25" y="584"/>
                  </a:cubicBezTo>
                  <a:cubicBezTo>
                    <a:pt x="25" y="613"/>
                    <a:pt x="50" y="638"/>
                    <a:pt x="79" y="638"/>
                  </a:cubicBezTo>
                  <a:lnTo>
                    <a:pt x="583" y="638"/>
                  </a:lnTo>
                  <a:lnTo>
                    <a:pt x="585" y="638"/>
                  </a:lnTo>
                  <a:lnTo>
                    <a:pt x="586" y="638"/>
                  </a:lnTo>
                  <a:cubicBezTo>
                    <a:pt x="600" y="637"/>
                    <a:pt x="612" y="631"/>
                    <a:pt x="622" y="622"/>
                  </a:cubicBezTo>
                  <a:cubicBezTo>
                    <a:pt x="632" y="612"/>
                    <a:pt x="637" y="599"/>
                    <a:pt x="638" y="585"/>
                  </a:cubicBezTo>
                  <a:lnTo>
                    <a:pt x="638" y="583"/>
                  </a:lnTo>
                  <a:lnTo>
                    <a:pt x="638" y="79"/>
                  </a:lnTo>
                  <a:cubicBezTo>
                    <a:pt x="638" y="50"/>
                    <a:pt x="613" y="25"/>
                    <a:pt x="584" y="25"/>
                  </a:cubicBezTo>
                  <a:cubicBezTo>
                    <a:pt x="554" y="25"/>
                    <a:pt x="529" y="50"/>
                    <a:pt x="529" y="79"/>
                  </a:cubicBezTo>
                  <a:lnTo>
                    <a:pt x="529" y="453"/>
                  </a:lnTo>
                  <a:lnTo>
                    <a:pt x="97" y="21"/>
                  </a:lnTo>
                  <a:cubicBezTo>
                    <a:pt x="76" y="0"/>
                    <a:pt x="42" y="0"/>
                    <a:pt x="21" y="21"/>
                  </a:cubicBezTo>
                  <a:cubicBezTo>
                    <a:pt x="0" y="42"/>
                    <a:pt x="0" y="76"/>
                    <a:pt x="21" y="97"/>
                  </a:cubicBezTo>
                  <a:lnTo>
                    <a:pt x="453" y="529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3200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 flipH="1">
            <a:off x="10031730" y="4907915"/>
            <a:ext cx="1855470" cy="1855470"/>
          </a:xfrm>
          <a:prstGeom prst="rect">
            <a:avLst/>
          </a:prstGeom>
        </p:spPr>
      </p:pic>
      <p:graphicFrame>
        <p:nvGraphicFramePr>
          <p:cNvPr id="9" name="Object 3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314325" y="1739583"/>
          <a:ext cx="11216640" cy="5452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Microsoft Word 97-2003" r:id="rId11" imgW="11039475" imgH="5162550" progId="Word.Document.8">
                  <p:embed/>
                </p:oleObj>
              </mc:Choice>
              <mc:Fallback>
                <p:oleObj name="Microsoft Word 97-2003" r:id="rId11" imgW="11039475" imgH="516255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4325" y="1739583"/>
                        <a:ext cx="11216640" cy="54521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44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9199245" y="1564958"/>
            <a:ext cx="2438400" cy="2543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212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033578" y="449898"/>
            <a:ext cx="2333625" cy="17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矩形 10"/>
          <p:cNvSpPr/>
          <p:nvPr/>
        </p:nvSpPr>
        <p:spPr>
          <a:xfrm>
            <a:off x="265430" y="2260600"/>
            <a:ext cx="8909050" cy="3173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90195" y="5660390"/>
            <a:ext cx="8909050" cy="11969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332" grpId="0"/>
      <p:bldP spid="11" grpId="0" animBg="1"/>
      <p:bldP spid="11" grpId="1" animBg="1"/>
      <p:bldP spid="13" grpId="0" bldLvl="0" animBg="1"/>
      <p:bldP spid="13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2" name="文本框 13331"/>
          <p:cNvSpPr txBox="1"/>
          <p:nvPr>
            <p:custDataLst>
              <p:tags r:id="rId1"/>
            </p:custDataLst>
          </p:nvPr>
        </p:nvSpPr>
        <p:spPr>
          <a:xfrm>
            <a:off x="408940" y="952500"/>
            <a:ext cx="673227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</a:rPr>
              <a:t>二、复数的模与共轭复数</a:t>
            </a:r>
            <a:endParaRPr lang="zh-CN" altLang="en-US" sz="3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-1522" y="487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909903" y="57323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Arial" panose="020B0604020202020204"/>
              </a:rPr>
              <a:t>新课讲授</a:t>
            </a:r>
            <a:endParaRPr lang="zh-CN" altLang="en-US">
              <a:sym typeface="Arial" panose="020B0604020202020204"/>
            </a:endParaRPr>
          </a:p>
        </p:txBody>
      </p:sp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95325"/>
            <a:chOff x="0" y="0"/>
            <a:chExt cx="12192000" cy="695325"/>
          </a:xfrm>
        </p:grpSpPr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95325"/>
            </a:xfrm>
            <a:prstGeom prst="rect">
              <a:avLst/>
            </a:prstGeom>
            <a:solidFill>
              <a:srgbClr val="00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7" name="TextBox 4"/>
            <p:cNvSpPr txBox="1"/>
            <p:nvPr>
              <p:custDataLst>
                <p:tags r:id="rId6"/>
              </p:custDataLst>
            </p:nvPr>
          </p:nvSpPr>
          <p:spPr>
            <a:xfrm>
              <a:off x="909903" y="57323"/>
              <a:ext cx="518457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 b="1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>
                  <a:sym typeface="Arial" panose="020B0604020202020204"/>
                </a:rPr>
                <a:t>典例分析</a:t>
              </a:r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8" name="Freeform 5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 bwMode="auto">
            <a:xfrm>
              <a:off x="314154" y="113163"/>
              <a:ext cx="526167" cy="528000"/>
            </a:xfrm>
            <a:custGeom>
              <a:avLst/>
              <a:gdLst>
                <a:gd name="T0" fmla="*/ 453 w 638"/>
                <a:gd name="T1" fmla="*/ 529 h 638"/>
                <a:gd name="T2" fmla="*/ 79 w 638"/>
                <a:gd name="T3" fmla="*/ 529 h 638"/>
                <a:gd name="T4" fmla="*/ 25 w 638"/>
                <a:gd name="T5" fmla="*/ 584 h 638"/>
                <a:gd name="T6" fmla="*/ 79 w 638"/>
                <a:gd name="T7" fmla="*/ 638 h 638"/>
                <a:gd name="T8" fmla="*/ 583 w 638"/>
                <a:gd name="T9" fmla="*/ 638 h 638"/>
                <a:gd name="T10" fmla="*/ 585 w 638"/>
                <a:gd name="T11" fmla="*/ 638 h 638"/>
                <a:gd name="T12" fmla="*/ 586 w 638"/>
                <a:gd name="T13" fmla="*/ 638 h 638"/>
                <a:gd name="T14" fmla="*/ 622 w 638"/>
                <a:gd name="T15" fmla="*/ 622 h 638"/>
                <a:gd name="T16" fmla="*/ 638 w 638"/>
                <a:gd name="T17" fmla="*/ 585 h 638"/>
                <a:gd name="T18" fmla="*/ 638 w 638"/>
                <a:gd name="T19" fmla="*/ 583 h 638"/>
                <a:gd name="T20" fmla="*/ 638 w 638"/>
                <a:gd name="T21" fmla="*/ 79 h 638"/>
                <a:gd name="T22" fmla="*/ 584 w 638"/>
                <a:gd name="T23" fmla="*/ 25 h 638"/>
                <a:gd name="T24" fmla="*/ 529 w 638"/>
                <a:gd name="T25" fmla="*/ 79 h 638"/>
                <a:gd name="T26" fmla="*/ 529 w 638"/>
                <a:gd name="T27" fmla="*/ 453 h 638"/>
                <a:gd name="T28" fmla="*/ 97 w 638"/>
                <a:gd name="T29" fmla="*/ 21 h 638"/>
                <a:gd name="T30" fmla="*/ 21 w 638"/>
                <a:gd name="T31" fmla="*/ 21 h 638"/>
                <a:gd name="T32" fmla="*/ 21 w 638"/>
                <a:gd name="T33" fmla="*/ 97 h 638"/>
                <a:gd name="T34" fmla="*/ 453 w 638"/>
                <a:gd name="T35" fmla="*/ 529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8" h="638">
                  <a:moveTo>
                    <a:pt x="453" y="529"/>
                  </a:moveTo>
                  <a:lnTo>
                    <a:pt x="79" y="529"/>
                  </a:lnTo>
                  <a:cubicBezTo>
                    <a:pt x="50" y="529"/>
                    <a:pt x="25" y="554"/>
                    <a:pt x="25" y="584"/>
                  </a:cubicBezTo>
                  <a:cubicBezTo>
                    <a:pt x="25" y="613"/>
                    <a:pt x="50" y="638"/>
                    <a:pt x="79" y="638"/>
                  </a:cubicBezTo>
                  <a:lnTo>
                    <a:pt x="583" y="638"/>
                  </a:lnTo>
                  <a:lnTo>
                    <a:pt x="585" y="638"/>
                  </a:lnTo>
                  <a:lnTo>
                    <a:pt x="586" y="638"/>
                  </a:lnTo>
                  <a:cubicBezTo>
                    <a:pt x="600" y="637"/>
                    <a:pt x="612" y="631"/>
                    <a:pt x="622" y="622"/>
                  </a:cubicBezTo>
                  <a:cubicBezTo>
                    <a:pt x="632" y="612"/>
                    <a:pt x="637" y="599"/>
                    <a:pt x="638" y="585"/>
                  </a:cubicBezTo>
                  <a:lnTo>
                    <a:pt x="638" y="583"/>
                  </a:lnTo>
                  <a:lnTo>
                    <a:pt x="638" y="79"/>
                  </a:lnTo>
                  <a:cubicBezTo>
                    <a:pt x="638" y="50"/>
                    <a:pt x="613" y="25"/>
                    <a:pt x="584" y="25"/>
                  </a:cubicBezTo>
                  <a:cubicBezTo>
                    <a:pt x="554" y="25"/>
                    <a:pt x="529" y="50"/>
                    <a:pt x="529" y="79"/>
                  </a:cubicBezTo>
                  <a:lnTo>
                    <a:pt x="529" y="453"/>
                  </a:lnTo>
                  <a:lnTo>
                    <a:pt x="97" y="21"/>
                  </a:lnTo>
                  <a:cubicBezTo>
                    <a:pt x="76" y="0"/>
                    <a:pt x="42" y="0"/>
                    <a:pt x="21" y="21"/>
                  </a:cubicBezTo>
                  <a:cubicBezTo>
                    <a:pt x="0" y="42"/>
                    <a:pt x="0" y="76"/>
                    <a:pt x="21" y="97"/>
                  </a:cubicBezTo>
                  <a:lnTo>
                    <a:pt x="453" y="529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3200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graphicFrame>
        <p:nvGraphicFramePr>
          <p:cNvPr id="2" name="Object 3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576981" y="1568772"/>
          <a:ext cx="11038205" cy="4547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Microsoft Word 97-2003" r:id="rId9" imgW="11039475" imgH="4567555" progId="Word.Document.8">
                  <p:embed/>
                </p:oleObj>
              </mc:Choice>
              <mc:Fallback>
                <p:oleObj name="Microsoft Word 97-2003" r:id="rId9" imgW="11039475" imgH="456755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6981" y="1568772"/>
                        <a:ext cx="11038205" cy="45472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3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2" name="文本框 13331"/>
          <p:cNvSpPr txBox="1"/>
          <p:nvPr>
            <p:custDataLst>
              <p:tags r:id="rId1"/>
            </p:custDataLst>
          </p:nvPr>
        </p:nvSpPr>
        <p:spPr>
          <a:xfrm>
            <a:off x="408940" y="952500"/>
            <a:ext cx="673227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</a:rPr>
              <a:t>二、复数的模与共轭复数</a:t>
            </a:r>
            <a:endParaRPr lang="zh-CN" altLang="en-US" sz="3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-1522" y="487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909903" y="57323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Arial" panose="020B0604020202020204"/>
              </a:rPr>
              <a:t>新课讲授</a:t>
            </a:r>
            <a:endParaRPr lang="zh-CN" altLang="en-US">
              <a:sym typeface="Arial" panose="020B0604020202020204"/>
            </a:endParaRPr>
          </a:p>
        </p:txBody>
      </p:sp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95325"/>
            <a:chOff x="0" y="0"/>
            <a:chExt cx="12192000" cy="695325"/>
          </a:xfrm>
        </p:grpSpPr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95325"/>
            </a:xfrm>
            <a:prstGeom prst="rect">
              <a:avLst/>
            </a:prstGeom>
            <a:solidFill>
              <a:srgbClr val="00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7" name="TextBox 4"/>
            <p:cNvSpPr txBox="1"/>
            <p:nvPr>
              <p:custDataLst>
                <p:tags r:id="rId6"/>
              </p:custDataLst>
            </p:nvPr>
          </p:nvSpPr>
          <p:spPr>
            <a:xfrm>
              <a:off x="909903" y="57323"/>
              <a:ext cx="518457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 b="1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>
                  <a:sym typeface="Arial" panose="020B0604020202020204"/>
                </a:rPr>
                <a:t>典例分析</a:t>
              </a:r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8" name="Freeform 5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 bwMode="auto">
            <a:xfrm>
              <a:off x="314154" y="113163"/>
              <a:ext cx="526167" cy="528000"/>
            </a:xfrm>
            <a:custGeom>
              <a:avLst/>
              <a:gdLst>
                <a:gd name="T0" fmla="*/ 453 w 638"/>
                <a:gd name="T1" fmla="*/ 529 h 638"/>
                <a:gd name="T2" fmla="*/ 79 w 638"/>
                <a:gd name="T3" fmla="*/ 529 h 638"/>
                <a:gd name="T4" fmla="*/ 25 w 638"/>
                <a:gd name="T5" fmla="*/ 584 h 638"/>
                <a:gd name="T6" fmla="*/ 79 w 638"/>
                <a:gd name="T7" fmla="*/ 638 h 638"/>
                <a:gd name="T8" fmla="*/ 583 w 638"/>
                <a:gd name="T9" fmla="*/ 638 h 638"/>
                <a:gd name="T10" fmla="*/ 585 w 638"/>
                <a:gd name="T11" fmla="*/ 638 h 638"/>
                <a:gd name="T12" fmla="*/ 586 w 638"/>
                <a:gd name="T13" fmla="*/ 638 h 638"/>
                <a:gd name="T14" fmla="*/ 622 w 638"/>
                <a:gd name="T15" fmla="*/ 622 h 638"/>
                <a:gd name="T16" fmla="*/ 638 w 638"/>
                <a:gd name="T17" fmla="*/ 585 h 638"/>
                <a:gd name="T18" fmla="*/ 638 w 638"/>
                <a:gd name="T19" fmla="*/ 583 h 638"/>
                <a:gd name="T20" fmla="*/ 638 w 638"/>
                <a:gd name="T21" fmla="*/ 79 h 638"/>
                <a:gd name="T22" fmla="*/ 584 w 638"/>
                <a:gd name="T23" fmla="*/ 25 h 638"/>
                <a:gd name="T24" fmla="*/ 529 w 638"/>
                <a:gd name="T25" fmla="*/ 79 h 638"/>
                <a:gd name="T26" fmla="*/ 529 w 638"/>
                <a:gd name="T27" fmla="*/ 453 h 638"/>
                <a:gd name="T28" fmla="*/ 97 w 638"/>
                <a:gd name="T29" fmla="*/ 21 h 638"/>
                <a:gd name="T30" fmla="*/ 21 w 638"/>
                <a:gd name="T31" fmla="*/ 21 h 638"/>
                <a:gd name="T32" fmla="*/ 21 w 638"/>
                <a:gd name="T33" fmla="*/ 97 h 638"/>
                <a:gd name="T34" fmla="*/ 453 w 638"/>
                <a:gd name="T35" fmla="*/ 529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8" h="638">
                  <a:moveTo>
                    <a:pt x="453" y="529"/>
                  </a:moveTo>
                  <a:lnTo>
                    <a:pt x="79" y="529"/>
                  </a:lnTo>
                  <a:cubicBezTo>
                    <a:pt x="50" y="529"/>
                    <a:pt x="25" y="554"/>
                    <a:pt x="25" y="584"/>
                  </a:cubicBezTo>
                  <a:cubicBezTo>
                    <a:pt x="25" y="613"/>
                    <a:pt x="50" y="638"/>
                    <a:pt x="79" y="638"/>
                  </a:cubicBezTo>
                  <a:lnTo>
                    <a:pt x="583" y="638"/>
                  </a:lnTo>
                  <a:lnTo>
                    <a:pt x="585" y="638"/>
                  </a:lnTo>
                  <a:lnTo>
                    <a:pt x="586" y="638"/>
                  </a:lnTo>
                  <a:cubicBezTo>
                    <a:pt x="600" y="637"/>
                    <a:pt x="612" y="631"/>
                    <a:pt x="622" y="622"/>
                  </a:cubicBezTo>
                  <a:cubicBezTo>
                    <a:pt x="632" y="612"/>
                    <a:pt x="637" y="599"/>
                    <a:pt x="638" y="585"/>
                  </a:cubicBezTo>
                  <a:lnTo>
                    <a:pt x="638" y="583"/>
                  </a:lnTo>
                  <a:lnTo>
                    <a:pt x="638" y="79"/>
                  </a:lnTo>
                  <a:cubicBezTo>
                    <a:pt x="638" y="50"/>
                    <a:pt x="613" y="25"/>
                    <a:pt x="584" y="25"/>
                  </a:cubicBezTo>
                  <a:cubicBezTo>
                    <a:pt x="554" y="25"/>
                    <a:pt x="529" y="50"/>
                    <a:pt x="529" y="79"/>
                  </a:cubicBezTo>
                  <a:lnTo>
                    <a:pt x="529" y="453"/>
                  </a:lnTo>
                  <a:lnTo>
                    <a:pt x="97" y="21"/>
                  </a:lnTo>
                  <a:cubicBezTo>
                    <a:pt x="76" y="0"/>
                    <a:pt x="42" y="0"/>
                    <a:pt x="21" y="21"/>
                  </a:cubicBezTo>
                  <a:cubicBezTo>
                    <a:pt x="0" y="42"/>
                    <a:pt x="0" y="76"/>
                    <a:pt x="21" y="97"/>
                  </a:cubicBezTo>
                  <a:lnTo>
                    <a:pt x="453" y="529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3200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graphicFrame>
        <p:nvGraphicFramePr>
          <p:cNvPr id="2" name="Object 3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1067836" y="2825755"/>
          <a:ext cx="11038205" cy="2773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Microsoft Word 97-2003" r:id="rId9" imgW="11039475" imgH="2786380" progId="Word.Document.8">
                  <p:embed/>
                </p:oleObj>
              </mc:Choice>
              <mc:Fallback>
                <p:oleObj name="Microsoft Word 97-2003" r:id="rId9" imgW="11039475" imgH="278638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67836" y="2825755"/>
                        <a:ext cx="11038205" cy="27736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>
            <a:hlinkClick r:id="rId11" action="ppaction://hlinksldjump"/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 flipH="1">
            <a:off x="0" y="4801870"/>
            <a:ext cx="963295" cy="198818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4"/>
            </p:custDataLst>
          </p:nvPr>
        </p:nvSpPr>
        <p:spPr>
          <a:xfrm>
            <a:off x="963295" y="1854835"/>
            <a:ext cx="1016889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266700"/>
            <a:r>
              <a:rPr lang="zh-CN" altLang="en-US" sz="2400" b="1">
                <a:latin typeface="Times New Roman" panose="02020603050405020304"/>
                <a:ea typeface="黑体" panose="02010609060101010101" charset="-122"/>
              </a:rPr>
              <a:t>问题</a:t>
            </a:r>
            <a:r>
              <a:rPr lang="en-US" altLang="zh-CN" sz="2400" b="1">
                <a:latin typeface="Times New Roman" panose="02020603050405020304"/>
                <a:ea typeface="Times New Roman" panose="02020603050405020304"/>
              </a:rPr>
              <a:t>6</a:t>
            </a:r>
            <a:r>
              <a:rPr lang="zh-CN" altLang="en-US" sz="2400">
                <a:latin typeface="Times New Roman" panose="02020603050405020304"/>
                <a:ea typeface="黑体" panose="02010609060101010101" charset="-122"/>
              </a:rPr>
              <a:t>：复数</a:t>
            </a:r>
            <a:r>
              <a:rPr lang="en-US" altLang="zh-CN" sz="2400">
                <a:latin typeface="Times New Roman" panose="02020603050405020304"/>
                <a:ea typeface="Times New Roman" panose="02020603050405020304"/>
              </a:rPr>
              <a:t>z=3+4i </a:t>
            </a:r>
            <a:r>
              <a:rPr lang="zh-CN" altLang="en-US" sz="2400">
                <a:latin typeface="Times New Roman" panose="02020603050405020304"/>
                <a:ea typeface="黑体" panose="02010609060101010101" charset="-122"/>
              </a:rPr>
              <a:t>的共轭复数是什么？它们的模是否相等？</a:t>
            </a:r>
            <a:endParaRPr lang="zh-CN" altLang="en-US" sz="2400">
              <a:latin typeface="Times New Roman" panose="02020603050405020304"/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2" name="文本框 13331"/>
          <p:cNvSpPr txBox="1"/>
          <p:nvPr>
            <p:custDataLst>
              <p:tags r:id="rId1"/>
            </p:custDataLst>
          </p:nvPr>
        </p:nvSpPr>
        <p:spPr>
          <a:xfrm>
            <a:off x="408940" y="952500"/>
            <a:ext cx="673227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</a:rPr>
              <a:t>二、复数的模与共轭复数</a:t>
            </a:r>
            <a:endParaRPr lang="zh-CN" altLang="en-US" sz="3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-1522" y="487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909903" y="57323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Arial" panose="020B0604020202020204"/>
              </a:rPr>
              <a:t>新课讲授</a:t>
            </a:r>
            <a:endParaRPr lang="zh-CN" altLang="en-US">
              <a:sym typeface="Arial" panose="020B0604020202020204"/>
            </a:endParaRPr>
          </a:p>
        </p:txBody>
      </p:sp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95325"/>
            <a:chOff x="0" y="0"/>
            <a:chExt cx="12192000" cy="695325"/>
          </a:xfrm>
        </p:grpSpPr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95325"/>
            </a:xfrm>
            <a:prstGeom prst="rect">
              <a:avLst/>
            </a:prstGeom>
            <a:solidFill>
              <a:srgbClr val="00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7" name="TextBox 4"/>
            <p:cNvSpPr txBox="1"/>
            <p:nvPr>
              <p:custDataLst>
                <p:tags r:id="rId6"/>
              </p:custDataLst>
            </p:nvPr>
          </p:nvSpPr>
          <p:spPr>
            <a:xfrm>
              <a:off x="909903" y="57323"/>
              <a:ext cx="518457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 b="1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>
                  <a:sym typeface="Arial" panose="020B0604020202020204"/>
                </a:rPr>
                <a:t>典例分析</a:t>
              </a:r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8" name="Freeform 5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 bwMode="auto">
            <a:xfrm>
              <a:off x="314154" y="113163"/>
              <a:ext cx="526167" cy="528000"/>
            </a:xfrm>
            <a:custGeom>
              <a:avLst/>
              <a:gdLst>
                <a:gd name="T0" fmla="*/ 453 w 638"/>
                <a:gd name="T1" fmla="*/ 529 h 638"/>
                <a:gd name="T2" fmla="*/ 79 w 638"/>
                <a:gd name="T3" fmla="*/ 529 h 638"/>
                <a:gd name="T4" fmla="*/ 25 w 638"/>
                <a:gd name="T5" fmla="*/ 584 h 638"/>
                <a:gd name="T6" fmla="*/ 79 w 638"/>
                <a:gd name="T7" fmla="*/ 638 h 638"/>
                <a:gd name="T8" fmla="*/ 583 w 638"/>
                <a:gd name="T9" fmla="*/ 638 h 638"/>
                <a:gd name="T10" fmla="*/ 585 w 638"/>
                <a:gd name="T11" fmla="*/ 638 h 638"/>
                <a:gd name="T12" fmla="*/ 586 w 638"/>
                <a:gd name="T13" fmla="*/ 638 h 638"/>
                <a:gd name="T14" fmla="*/ 622 w 638"/>
                <a:gd name="T15" fmla="*/ 622 h 638"/>
                <a:gd name="T16" fmla="*/ 638 w 638"/>
                <a:gd name="T17" fmla="*/ 585 h 638"/>
                <a:gd name="T18" fmla="*/ 638 w 638"/>
                <a:gd name="T19" fmla="*/ 583 h 638"/>
                <a:gd name="T20" fmla="*/ 638 w 638"/>
                <a:gd name="T21" fmla="*/ 79 h 638"/>
                <a:gd name="T22" fmla="*/ 584 w 638"/>
                <a:gd name="T23" fmla="*/ 25 h 638"/>
                <a:gd name="T24" fmla="*/ 529 w 638"/>
                <a:gd name="T25" fmla="*/ 79 h 638"/>
                <a:gd name="T26" fmla="*/ 529 w 638"/>
                <a:gd name="T27" fmla="*/ 453 h 638"/>
                <a:gd name="T28" fmla="*/ 97 w 638"/>
                <a:gd name="T29" fmla="*/ 21 h 638"/>
                <a:gd name="T30" fmla="*/ 21 w 638"/>
                <a:gd name="T31" fmla="*/ 21 h 638"/>
                <a:gd name="T32" fmla="*/ 21 w 638"/>
                <a:gd name="T33" fmla="*/ 97 h 638"/>
                <a:gd name="T34" fmla="*/ 453 w 638"/>
                <a:gd name="T35" fmla="*/ 529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8" h="638">
                  <a:moveTo>
                    <a:pt x="453" y="529"/>
                  </a:moveTo>
                  <a:lnTo>
                    <a:pt x="79" y="529"/>
                  </a:lnTo>
                  <a:cubicBezTo>
                    <a:pt x="50" y="529"/>
                    <a:pt x="25" y="554"/>
                    <a:pt x="25" y="584"/>
                  </a:cubicBezTo>
                  <a:cubicBezTo>
                    <a:pt x="25" y="613"/>
                    <a:pt x="50" y="638"/>
                    <a:pt x="79" y="638"/>
                  </a:cubicBezTo>
                  <a:lnTo>
                    <a:pt x="583" y="638"/>
                  </a:lnTo>
                  <a:lnTo>
                    <a:pt x="585" y="638"/>
                  </a:lnTo>
                  <a:lnTo>
                    <a:pt x="586" y="638"/>
                  </a:lnTo>
                  <a:cubicBezTo>
                    <a:pt x="600" y="637"/>
                    <a:pt x="612" y="631"/>
                    <a:pt x="622" y="622"/>
                  </a:cubicBezTo>
                  <a:cubicBezTo>
                    <a:pt x="632" y="612"/>
                    <a:pt x="637" y="599"/>
                    <a:pt x="638" y="585"/>
                  </a:cubicBezTo>
                  <a:lnTo>
                    <a:pt x="638" y="583"/>
                  </a:lnTo>
                  <a:lnTo>
                    <a:pt x="638" y="79"/>
                  </a:lnTo>
                  <a:cubicBezTo>
                    <a:pt x="638" y="50"/>
                    <a:pt x="613" y="25"/>
                    <a:pt x="584" y="25"/>
                  </a:cubicBezTo>
                  <a:cubicBezTo>
                    <a:pt x="554" y="25"/>
                    <a:pt x="529" y="50"/>
                    <a:pt x="529" y="79"/>
                  </a:cubicBezTo>
                  <a:lnTo>
                    <a:pt x="529" y="453"/>
                  </a:lnTo>
                  <a:lnTo>
                    <a:pt x="97" y="21"/>
                  </a:lnTo>
                  <a:cubicBezTo>
                    <a:pt x="76" y="0"/>
                    <a:pt x="42" y="0"/>
                    <a:pt x="21" y="21"/>
                  </a:cubicBezTo>
                  <a:cubicBezTo>
                    <a:pt x="0" y="42"/>
                    <a:pt x="0" y="76"/>
                    <a:pt x="21" y="97"/>
                  </a:cubicBezTo>
                  <a:lnTo>
                    <a:pt x="453" y="529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3200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graphicFrame>
        <p:nvGraphicFramePr>
          <p:cNvPr id="2" name="Object 3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963295" y="1405890"/>
          <a:ext cx="10761345" cy="5602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Microsoft Word 97-2003" r:id="rId9" imgW="11039475" imgH="5958205" progId="Word.Document.8">
                  <p:embed/>
                </p:oleObj>
              </mc:Choice>
              <mc:Fallback>
                <p:oleObj name="Microsoft Word 97-2003" r:id="rId9" imgW="11039475" imgH="595820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63295" y="1405890"/>
                        <a:ext cx="10761345" cy="56026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>
            <a:hlinkClick r:id="rId11" action="ppaction://hlinksldjump"/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 flipH="1">
            <a:off x="0" y="4801870"/>
            <a:ext cx="963295" cy="1988185"/>
          </a:xfrm>
          <a:prstGeom prst="rect">
            <a:avLst/>
          </a:prstGeom>
        </p:spPr>
      </p:pic>
      <p:pic>
        <p:nvPicPr>
          <p:cNvPr id="10" name="图片 21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9089390" y="2426970"/>
            <a:ext cx="2118360" cy="2185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3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2" name="文本框 13331"/>
          <p:cNvSpPr txBox="1"/>
          <p:nvPr>
            <p:custDataLst>
              <p:tags r:id="rId1"/>
            </p:custDataLst>
          </p:nvPr>
        </p:nvSpPr>
        <p:spPr>
          <a:xfrm>
            <a:off x="408940" y="952500"/>
            <a:ext cx="673227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</a:rPr>
              <a:t>二、复数的模与共轭复数</a:t>
            </a:r>
            <a:endParaRPr lang="zh-CN" altLang="en-US" sz="3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-1522" y="487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909903" y="57323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Arial" panose="020B0604020202020204"/>
              </a:rPr>
              <a:t>新课讲授</a:t>
            </a:r>
            <a:endParaRPr lang="zh-CN" altLang="en-US">
              <a:sym typeface="Arial" panose="020B0604020202020204"/>
            </a:endParaRPr>
          </a:p>
        </p:txBody>
      </p:sp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95325"/>
            <a:chOff x="0" y="0"/>
            <a:chExt cx="12192000" cy="695325"/>
          </a:xfrm>
        </p:grpSpPr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95325"/>
            </a:xfrm>
            <a:prstGeom prst="rect">
              <a:avLst/>
            </a:prstGeom>
            <a:solidFill>
              <a:srgbClr val="00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7" name="TextBox 4"/>
            <p:cNvSpPr txBox="1"/>
            <p:nvPr>
              <p:custDataLst>
                <p:tags r:id="rId6"/>
              </p:custDataLst>
            </p:nvPr>
          </p:nvSpPr>
          <p:spPr>
            <a:xfrm>
              <a:off x="909903" y="57323"/>
              <a:ext cx="518457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 b="1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>
                  <a:sym typeface="Arial" panose="020B0604020202020204"/>
                </a:rPr>
                <a:t>典例分析</a:t>
              </a:r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8" name="Freeform 5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 bwMode="auto">
            <a:xfrm>
              <a:off x="314154" y="113163"/>
              <a:ext cx="526167" cy="528000"/>
            </a:xfrm>
            <a:custGeom>
              <a:avLst/>
              <a:gdLst>
                <a:gd name="T0" fmla="*/ 453 w 638"/>
                <a:gd name="T1" fmla="*/ 529 h 638"/>
                <a:gd name="T2" fmla="*/ 79 w 638"/>
                <a:gd name="T3" fmla="*/ 529 h 638"/>
                <a:gd name="T4" fmla="*/ 25 w 638"/>
                <a:gd name="T5" fmla="*/ 584 h 638"/>
                <a:gd name="T6" fmla="*/ 79 w 638"/>
                <a:gd name="T7" fmla="*/ 638 h 638"/>
                <a:gd name="T8" fmla="*/ 583 w 638"/>
                <a:gd name="T9" fmla="*/ 638 h 638"/>
                <a:gd name="T10" fmla="*/ 585 w 638"/>
                <a:gd name="T11" fmla="*/ 638 h 638"/>
                <a:gd name="T12" fmla="*/ 586 w 638"/>
                <a:gd name="T13" fmla="*/ 638 h 638"/>
                <a:gd name="T14" fmla="*/ 622 w 638"/>
                <a:gd name="T15" fmla="*/ 622 h 638"/>
                <a:gd name="T16" fmla="*/ 638 w 638"/>
                <a:gd name="T17" fmla="*/ 585 h 638"/>
                <a:gd name="T18" fmla="*/ 638 w 638"/>
                <a:gd name="T19" fmla="*/ 583 h 638"/>
                <a:gd name="T20" fmla="*/ 638 w 638"/>
                <a:gd name="T21" fmla="*/ 79 h 638"/>
                <a:gd name="T22" fmla="*/ 584 w 638"/>
                <a:gd name="T23" fmla="*/ 25 h 638"/>
                <a:gd name="T24" fmla="*/ 529 w 638"/>
                <a:gd name="T25" fmla="*/ 79 h 638"/>
                <a:gd name="T26" fmla="*/ 529 w 638"/>
                <a:gd name="T27" fmla="*/ 453 h 638"/>
                <a:gd name="T28" fmla="*/ 97 w 638"/>
                <a:gd name="T29" fmla="*/ 21 h 638"/>
                <a:gd name="T30" fmla="*/ 21 w 638"/>
                <a:gd name="T31" fmla="*/ 21 h 638"/>
                <a:gd name="T32" fmla="*/ 21 w 638"/>
                <a:gd name="T33" fmla="*/ 97 h 638"/>
                <a:gd name="T34" fmla="*/ 453 w 638"/>
                <a:gd name="T35" fmla="*/ 529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8" h="638">
                  <a:moveTo>
                    <a:pt x="453" y="529"/>
                  </a:moveTo>
                  <a:lnTo>
                    <a:pt x="79" y="529"/>
                  </a:lnTo>
                  <a:cubicBezTo>
                    <a:pt x="50" y="529"/>
                    <a:pt x="25" y="554"/>
                    <a:pt x="25" y="584"/>
                  </a:cubicBezTo>
                  <a:cubicBezTo>
                    <a:pt x="25" y="613"/>
                    <a:pt x="50" y="638"/>
                    <a:pt x="79" y="638"/>
                  </a:cubicBezTo>
                  <a:lnTo>
                    <a:pt x="583" y="638"/>
                  </a:lnTo>
                  <a:lnTo>
                    <a:pt x="585" y="638"/>
                  </a:lnTo>
                  <a:lnTo>
                    <a:pt x="586" y="638"/>
                  </a:lnTo>
                  <a:cubicBezTo>
                    <a:pt x="600" y="637"/>
                    <a:pt x="612" y="631"/>
                    <a:pt x="622" y="622"/>
                  </a:cubicBezTo>
                  <a:cubicBezTo>
                    <a:pt x="632" y="612"/>
                    <a:pt x="637" y="599"/>
                    <a:pt x="638" y="585"/>
                  </a:cubicBezTo>
                  <a:lnTo>
                    <a:pt x="638" y="583"/>
                  </a:lnTo>
                  <a:lnTo>
                    <a:pt x="638" y="79"/>
                  </a:lnTo>
                  <a:cubicBezTo>
                    <a:pt x="638" y="50"/>
                    <a:pt x="613" y="25"/>
                    <a:pt x="584" y="25"/>
                  </a:cubicBezTo>
                  <a:cubicBezTo>
                    <a:pt x="554" y="25"/>
                    <a:pt x="529" y="50"/>
                    <a:pt x="529" y="79"/>
                  </a:cubicBezTo>
                  <a:lnTo>
                    <a:pt x="529" y="453"/>
                  </a:lnTo>
                  <a:lnTo>
                    <a:pt x="97" y="21"/>
                  </a:lnTo>
                  <a:cubicBezTo>
                    <a:pt x="76" y="0"/>
                    <a:pt x="42" y="0"/>
                    <a:pt x="21" y="21"/>
                  </a:cubicBezTo>
                  <a:cubicBezTo>
                    <a:pt x="0" y="42"/>
                    <a:pt x="0" y="76"/>
                    <a:pt x="21" y="97"/>
                  </a:cubicBezTo>
                  <a:lnTo>
                    <a:pt x="453" y="529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3200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graphicFrame>
        <p:nvGraphicFramePr>
          <p:cNvPr id="2" name="Object 3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909721" y="2091060"/>
          <a:ext cx="11038205" cy="336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Microsoft Word 97-2003" r:id="rId9" imgW="11039475" imgH="3381375" progId="Word.Document.8">
                  <p:embed/>
                </p:oleObj>
              </mc:Choice>
              <mc:Fallback>
                <p:oleObj name="Microsoft Word 97-2003" r:id="rId9" imgW="11039475" imgH="338137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09721" y="2091060"/>
                        <a:ext cx="11038205" cy="336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>
            <a:hlinkClick r:id="rId11" action="ppaction://hlinksldjump"/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 flipH="1">
            <a:off x="0" y="4801870"/>
            <a:ext cx="963295" cy="198818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3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2" name="文本框 13331"/>
          <p:cNvSpPr txBox="1"/>
          <p:nvPr>
            <p:custDataLst>
              <p:tags r:id="rId1"/>
            </p:custDataLst>
          </p:nvPr>
        </p:nvSpPr>
        <p:spPr>
          <a:xfrm>
            <a:off x="408940" y="952500"/>
            <a:ext cx="673227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</a:rPr>
              <a:t>三、复数加减法的几何意义</a:t>
            </a:r>
            <a:endParaRPr lang="zh-CN" altLang="en-US" sz="3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-1522" y="487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909903" y="57323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Arial" panose="020B0604020202020204"/>
              </a:rPr>
              <a:t>新课讲授</a:t>
            </a:r>
            <a:endParaRPr lang="zh-CN" altLang="en-US">
              <a:sym typeface="Arial" panose="020B0604020202020204"/>
            </a:endParaRPr>
          </a:p>
        </p:txBody>
      </p:sp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95325"/>
            <a:chOff x="0" y="0"/>
            <a:chExt cx="12192000" cy="695325"/>
          </a:xfrm>
        </p:grpSpPr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95325"/>
            </a:xfrm>
            <a:prstGeom prst="rect">
              <a:avLst/>
            </a:prstGeom>
            <a:solidFill>
              <a:srgbClr val="00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7" name="TextBox 4"/>
            <p:cNvSpPr txBox="1"/>
            <p:nvPr>
              <p:custDataLst>
                <p:tags r:id="rId6"/>
              </p:custDataLst>
            </p:nvPr>
          </p:nvSpPr>
          <p:spPr>
            <a:xfrm>
              <a:off x="909903" y="57323"/>
              <a:ext cx="518457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 b="1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>
                  <a:sym typeface="Arial" panose="020B0604020202020204"/>
                </a:rPr>
                <a:t>典例分析</a:t>
              </a:r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8" name="Freeform 5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 bwMode="auto">
            <a:xfrm>
              <a:off x="314154" y="113163"/>
              <a:ext cx="526167" cy="528000"/>
            </a:xfrm>
            <a:custGeom>
              <a:avLst/>
              <a:gdLst>
                <a:gd name="T0" fmla="*/ 453 w 638"/>
                <a:gd name="T1" fmla="*/ 529 h 638"/>
                <a:gd name="T2" fmla="*/ 79 w 638"/>
                <a:gd name="T3" fmla="*/ 529 h 638"/>
                <a:gd name="T4" fmla="*/ 25 w 638"/>
                <a:gd name="T5" fmla="*/ 584 h 638"/>
                <a:gd name="T6" fmla="*/ 79 w 638"/>
                <a:gd name="T7" fmla="*/ 638 h 638"/>
                <a:gd name="T8" fmla="*/ 583 w 638"/>
                <a:gd name="T9" fmla="*/ 638 h 638"/>
                <a:gd name="T10" fmla="*/ 585 w 638"/>
                <a:gd name="T11" fmla="*/ 638 h 638"/>
                <a:gd name="T12" fmla="*/ 586 w 638"/>
                <a:gd name="T13" fmla="*/ 638 h 638"/>
                <a:gd name="T14" fmla="*/ 622 w 638"/>
                <a:gd name="T15" fmla="*/ 622 h 638"/>
                <a:gd name="T16" fmla="*/ 638 w 638"/>
                <a:gd name="T17" fmla="*/ 585 h 638"/>
                <a:gd name="T18" fmla="*/ 638 w 638"/>
                <a:gd name="T19" fmla="*/ 583 h 638"/>
                <a:gd name="T20" fmla="*/ 638 w 638"/>
                <a:gd name="T21" fmla="*/ 79 h 638"/>
                <a:gd name="T22" fmla="*/ 584 w 638"/>
                <a:gd name="T23" fmla="*/ 25 h 638"/>
                <a:gd name="T24" fmla="*/ 529 w 638"/>
                <a:gd name="T25" fmla="*/ 79 h 638"/>
                <a:gd name="T26" fmla="*/ 529 w 638"/>
                <a:gd name="T27" fmla="*/ 453 h 638"/>
                <a:gd name="T28" fmla="*/ 97 w 638"/>
                <a:gd name="T29" fmla="*/ 21 h 638"/>
                <a:gd name="T30" fmla="*/ 21 w 638"/>
                <a:gd name="T31" fmla="*/ 21 h 638"/>
                <a:gd name="T32" fmla="*/ 21 w 638"/>
                <a:gd name="T33" fmla="*/ 97 h 638"/>
                <a:gd name="T34" fmla="*/ 453 w 638"/>
                <a:gd name="T35" fmla="*/ 529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8" h="638">
                  <a:moveTo>
                    <a:pt x="453" y="529"/>
                  </a:moveTo>
                  <a:lnTo>
                    <a:pt x="79" y="529"/>
                  </a:lnTo>
                  <a:cubicBezTo>
                    <a:pt x="50" y="529"/>
                    <a:pt x="25" y="554"/>
                    <a:pt x="25" y="584"/>
                  </a:cubicBezTo>
                  <a:cubicBezTo>
                    <a:pt x="25" y="613"/>
                    <a:pt x="50" y="638"/>
                    <a:pt x="79" y="638"/>
                  </a:cubicBezTo>
                  <a:lnTo>
                    <a:pt x="583" y="638"/>
                  </a:lnTo>
                  <a:lnTo>
                    <a:pt x="585" y="638"/>
                  </a:lnTo>
                  <a:lnTo>
                    <a:pt x="586" y="638"/>
                  </a:lnTo>
                  <a:cubicBezTo>
                    <a:pt x="600" y="637"/>
                    <a:pt x="612" y="631"/>
                    <a:pt x="622" y="622"/>
                  </a:cubicBezTo>
                  <a:cubicBezTo>
                    <a:pt x="632" y="612"/>
                    <a:pt x="637" y="599"/>
                    <a:pt x="638" y="585"/>
                  </a:cubicBezTo>
                  <a:lnTo>
                    <a:pt x="638" y="583"/>
                  </a:lnTo>
                  <a:lnTo>
                    <a:pt x="638" y="79"/>
                  </a:lnTo>
                  <a:cubicBezTo>
                    <a:pt x="638" y="50"/>
                    <a:pt x="613" y="25"/>
                    <a:pt x="584" y="25"/>
                  </a:cubicBezTo>
                  <a:cubicBezTo>
                    <a:pt x="554" y="25"/>
                    <a:pt x="529" y="50"/>
                    <a:pt x="529" y="79"/>
                  </a:cubicBezTo>
                  <a:lnTo>
                    <a:pt x="529" y="453"/>
                  </a:lnTo>
                  <a:lnTo>
                    <a:pt x="97" y="21"/>
                  </a:lnTo>
                  <a:cubicBezTo>
                    <a:pt x="76" y="0"/>
                    <a:pt x="42" y="0"/>
                    <a:pt x="21" y="21"/>
                  </a:cubicBezTo>
                  <a:cubicBezTo>
                    <a:pt x="0" y="42"/>
                    <a:pt x="0" y="76"/>
                    <a:pt x="21" y="97"/>
                  </a:cubicBezTo>
                  <a:lnTo>
                    <a:pt x="453" y="529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3200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graphicFrame>
        <p:nvGraphicFramePr>
          <p:cNvPr id="2" name="Object 3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1324610" y="1597660"/>
          <a:ext cx="9171940" cy="5085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Microsoft Word 97-2003" r:id="rId9" imgW="11039475" imgH="7148830" progId="Word.Document.8">
                  <p:embed/>
                </p:oleObj>
              </mc:Choice>
              <mc:Fallback>
                <p:oleObj name="Microsoft Word 97-2003" r:id="rId9" imgW="11039475" imgH="714883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24610" y="1597660"/>
                        <a:ext cx="9171940" cy="50850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>
            <a:hlinkClick r:id="rId11" action="ppaction://hlinksldjump"/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 flipH="1">
            <a:off x="0" y="4801870"/>
            <a:ext cx="963295" cy="1988185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290195" y="2516505"/>
            <a:ext cx="9324340" cy="43408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8858885" y="3010535"/>
            <a:ext cx="2457450" cy="13525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332" grpId="0"/>
      <p:bldP spid="13" grpId="0" bldLvl="0" animBg="1"/>
      <p:bldP spid="13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2" name="文本框 13331"/>
          <p:cNvSpPr txBox="1"/>
          <p:nvPr>
            <p:custDataLst>
              <p:tags r:id="rId1"/>
            </p:custDataLst>
          </p:nvPr>
        </p:nvSpPr>
        <p:spPr>
          <a:xfrm>
            <a:off x="408940" y="952500"/>
            <a:ext cx="673227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</a:rPr>
              <a:t>三、复数加减法的几何意义</a:t>
            </a:r>
            <a:endParaRPr lang="zh-CN" altLang="en-US" sz="3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-1522" y="487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909903" y="57323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Arial" panose="020B0604020202020204"/>
              </a:rPr>
              <a:t>新课讲授</a:t>
            </a:r>
            <a:endParaRPr lang="zh-CN" altLang="en-US">
              <a:sym typeface="Arial" panose="020B0604020202020204"/>
            </a:endParaRPr>
          </a:p>
        </p:txBody>
      </p:sp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95325"/>
            <a:chOff x="0" y="0"/>
            <a:chExt cx="12192000" cy="695325"/>
          </a:xfrm>
        </p:grpSpPr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95325"/>
            </a:xfrm>
            <a:prstGeom prst="rect">
              <a:avLst/>
            </a:prstGeom>
            <a:solidFill>
              <a:srgbClr val="00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7" name="TextBox 4"/>
            <p:cNvSpPr txBox="1"/>
            <p:nvPr>
              <p:custDataLst>
                <p:tags r:id="rId6"/>
              </p:custDataLst>
            </p:nvPr>
          </p:nvSpPr>
          <p:spPr>
            <a:xfrm>
              <a:off x="909903" y="57323"/>
              <a:ext cx="518457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 b="1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>
                  <a:sym typeface="Arial" panose="020B0604020202020204"/>
                </a:rPr>
                <a:t>典例分析</a:t>
              </a:r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8" name="Freeform 5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 bwMode="auto">
            <a:xfrm>
              <a:off x="314154" y="113163"/>
              <a:ext cx="526167" cy="528000"/>
            </a:xfrm>
            <a:custGeom>
              <a:avLst/>
              <a:gdLst>
                <a:gd name="T0" fmla="*/ 453 w 638"/>
                <a:gd name="T1" fmla="*/ 529 h 638"/>
                <a:gd name="T2" fmla="*/ 79 w 638"/>
                <a:gd name="T3" fmla="*/ 529 h 638"/>
                <a:gd name="T4" fmla="*/ 25 w 638"/>
                <a:gd name="T5" fmla="*/ 584 h 638"/>
                <a:gd name="T6" fmla="*/ 79 w 638"/>
                <a:gd name="T7" fmla="*/ 638 h 638"/>
                <a:gd name="T8" fmla="*/ 583 w 638"/>
                <a:gd name="T9" fmla="*/ 638 h 638"/>
                <a:gd name="T10" fmla="*/ 585 w 638"/>
                <a:gd name="T11" fmla="*/ 638 h 638"/>
                <a:gd name="T12" fmla="*/ 586 w 638"/>
                <a:gd name="T13" fmla="*/ 638 h 638"/>
                <a:gd name="T14" fmla="*/ 622 w 638"/>
                <a:gd name="T15" fmla="*/ 622 h 638"/>
                <a:gd name="T16" fmla="*/ 638 w 638"/>
                <a:gd name="T17" fmla="*/ 585 h 638"/>
                <a:gd name="T18" fmla="*/ 638 w 638"/>
                <a:gd name="T19" fmla="*/ 583 h 638"/>
                <a:gd name="T20" fmla="*/ 638 w 638"/>
                <a:gd name="T21" fmla="*/ 79 h 638"/>
                <a:gd name="T22" fmla="*/ 584 w 638"/>
                <a:gd name="T23" fmla="*/ 25 h 638"/>
                <a:gd name="T24" fmla="*/ 529 w 638"/>
                <a:gd name="T25" fmla="*/ 79 h 638"/>
                <a:gd name="T26" fmla="*/ 529 w 638"/>
                <a:gd name="T27" fmla="*/ 453 h 638"/>
                <a:gd name="T28" fmla="*/ 97 w 638"/>
                <a:gd name="T29" fmla="*/ 21 h 638"/>
                <a:gd name="T30" fmla="*/ 21 w 638"/>
                <a:gd name="T31" fmla="*/ 21 h 638"/>
                <a:gd name="T32" fmla="*/ 21 w 638"/>
                <a:gd name="T33" fmla="*/ 97 h 638"/>
                <a:gd name="T34" fmla="*/ 453 w 638"/>
                <a:gd name="T35" fmla="*/ 529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8" h="638">
                  <a:moveTo>
                    <a:pt x="453" y="529"/>
                  </a:moveTo>
                  <a:lnTo>
                    <a:pt x="79" y="529"/>
                  </a:lnTo>
                  <a:cubicBezTo>
                    <a:pt x="50" y="529"/>
                    <a:pt x="25" y="554"/>
                    <a:pt x="25" y="584"/>
                  </a:cubicBezTo>
                  <a:cubicBezTo>
                    <a:pt x="25" y="613"/>
                    <a:pt x="50" y="638"/>
                    <a:pt x="79" y="638"/>
                  </a:cubicBezTo>
                  <a:lnTo>
                    <a:pt x="583" y="638"/>
                  </a:lnTo>
                  <a:lnTo>
                    <a:pt x="585" y="638"/>
                  </a:lnTo>
                  <a:lnTo>
                    <a:pt x="586" y="638"/>
                  </a:lnTo>
                  <a:cubicBezTo>
                    <a:pt x="600" y="637"/>
                    <a:pt x="612" y="631"/>
                    <a:pt x="622" y="622"/>
                  </a:cubicBezTo>
                  <a:cubicBezTo>
                    <a:pt x="632" y="612"/>
                    <a:pt x="637" y="599"/>
                    <a:pt x="638" y="585"/>
                  </a:cubicBezTo>
                  <a:lnTo>
                    <a:pt x="638" y="583"/>
                  </a:lnTo>
                  <a:lnTo>
                    <a:pt x="638" y="79"/>
                  </a:lnTo>
                  <a:cubicBezTo>
                    <a:pt x="638" y="50"/>
                    <a:pt x="613" y="25"/>
                    <a:pt x="584" y="25"/>
                  </a:cubicBezTo>
                  <a:cubicBezTo>
                    <a:pt x="554" y="25"/>
                    <a:pt x="529" y="50"/>
                    <a:pt x="529" y="79"/>
                  </a:cubicBezTo>
                  <a:lnTo>
                    <a:pt x="529" y="453"/>
                  </a:lnTo>
                  <a:lnTo>
                    <a:pt x="97" y="21"/>
                  </a:lnTo>
                  <a:cubicBezTo>
                    <a:pt x="76" y="0"/>
                    <a:pt x="42" y="0"/>
                    <a:pt x="21" y="21"/>
                  </a:cubicBezTo>
                  <a:cubicBezTo>
                    <a:pt x="0" y="42"/>
                    <a:pt x="0" y="76"/>
                    <a:pt x="21" y="97"/>
                  </a:cubicBezTo>
                  <a:lnTo>
                    <a:pt x="453" y="529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3200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graphicFrame>
        <p:nvGraphicFramePr>
          <p:cNvPr id="2" name="Object 3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1300881" y="1889765"/>
          <a:ext cx="11038205" cy="415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Microsoft Word 97-2003" r:id="rId9" imgW="11039475" imgH="4171950" progId="Word.Document.8">
                  <p:embed/>
                </p:oleObj>
              </mc:Choice>
              <mc:Fallback>
                <p:oleObj name="Microsoft Word 97-2003" r:id="rId9" imgW="11039475" imgH="417195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00881" y="1889765"/>
                        <a:ext cx="11038205" cy="4152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>
            <a:hlinkClick r:id="rId11" action="ppaction://hlinksldjump"/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 flipH="1">
            <a:off x="0" y="4801870"/>
            <a:ext cx="963295" cy="1988185"/>
          </a:xfrm>
          <a:prstGeom prst="rect">
            <a:avLst/>
          </a:prstGeom>
        </p:spPr>
      </p:pic>
      <p:pic>
        <p:nvPicPr>
          <p:cNvPr id="10" name="图片 22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9117013" y="1988185"/>
            <a:ext cx="2105025" cy="2114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33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2" name="文本框 13331"/>
          <p:cNvSpPr txBox="1"/>
          <p:nvPr>
            <p:custDataLst>
              <p:tags r:id="rId1"/>
            </p:custDataLst>
          </p:nvPr>
        </p:nvSpPr>
        <p:spPr>
          <a:xfrm>
            <a:off x="408940" y="952500"/>
            <a:ext cx="673227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</a:rPr>
              <a:t>三、复数加减法的几何意义</a:t>
            </a:r>
            <a:endParaRPr lang="zh-CN" altLang="en-US" sz="3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-1522" y="487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909903" y="57323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Arial" panose="020B0604020202020204"/>
              </a:rPr>
              <a:t>新课讲授</a:t>
            </a:r>
            <a:endParaRPr lang="zh-CN" altLang="en-US">
              <a:sym typeface="Arial" panose="020B0604020202020204"/>
            </a:endParaRPr>
          </a:p>
        </p:txBody>
      </p:sp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95325"/>
            <a:chOff x="0" y="0"/>
            <a:chExt cx="12192000" cy="695325"/>
          </a:xfrm>
        </p:grpSpPr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95325"/>
            </a:xfrm>
            <a:prstGeom prst="rect">
              <a:avLst/>
            </a:prstGeom>
            <a:solidFill>
              <a:srgbClr val="00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7" name="TextBox 4"/>
            <p:cNvSpPr txBox="1"/>
            <p:nvPr>
              <p:custDataLst>
                <p:tags r:id="rId6"/>
              </p:custDataLst>
            </p:nvPr>
          </p:nvSpPr>
          <p:spPr>
            <a:xfrm>
              <a:off x="909903" y="57323"/>
              <a:ext cx="518457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 b="1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>
                  <a:sym typeface="Arial" panose="020B0604020202020204"/>
                </a:rPr>
                <a:t>典例分析</a:t>
              </a:r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8" name="Freeform 5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 bwMode="auto">
            <a:xfrm>
              <a:off x="314154" y="113163"/>
              <a:ext cx="526167" cy="528000"/>
            </a:xfrm>
            <a:custGeom>
              <a:avLst/>
              <a:gdLst>
                <a:gd name="T0" fmla="*/ 453 w 638"/>
                <a:gd name="T1" fmla="*/ 529 h 638"/>
                <a:gd name="T2" fmla="*/ 79 w 638"/>
                <a:gd name="T3" fmla="*/ 529 h 638"/>
                <a:gd name="T4" fmla="*/ 25 w 638"/>
                <a:gd name="T5" fmla="*/ 584 h 638"/>
                <a:gd name="T6" fmla="*/ 79 w 638"/>
                <a:gd name="T7" fmla="*/ 638 h 638"/>
                <a:gd name="T8" fmla="*/ 583 w 638"/>
                <a:gd name="T9" fmla="*/ 638 h 638"/>
                <a:gd name="T10" fmla="*/ 585 w 638"/>
                <a:gd name="T11" fmla="*/ 638 h 638"/>
                <a:gd name="T12" fmla="*/ 586 w 638"/>
                <a:gd name="T13" fmla="*/ 638 h 638"/>
                <a:gd name="T14" fmla="*/ 622 w 638"/>
                <a:gd name="T15" fmla="*/ 622 h 638"/>
                <a:gd name="T16" fmla="*/ 638 w 638"/>
                <a:gd name="T17" fmla="*/ 585 h 638"/>
                <a:gd name="T18" fmla="*/ 638 w 638"/>
                <a:gd name="T19" fmla="*/ 583 h 638"/>
                <a:gd name="T20" fmla="*/ 638 w 638"/>
                <a:gd name="T21" fmla="*/ 79 h 638"/>
                <a:gd name="T22" fmla="*/ 584 w 638"/>
                <a:gd name="T23" fmla="*/ 25 h 638"/>
                <a:gd name="T24" fmla="*/ 529 w 638"/>
                <a:gd name="T25" fmla="*/ 79 h 638"/>
                <a:gd name="T26" fmla="*/ 529 w 638"/>
                <a:gd name="T27" fmla="*/ 453 h 638"/>
                <a:gd name="T28" fmla="*/ 97 w 638"/>
                <a:gd name="T29" fmla="*/ 21 h 638"/>
                <a:gd name="T30" fmla="*/ 21 w 638"/>
                <a:gd name="T31" fmla="*/ 21 h 638"/>
                <a:gd name="T32" fmla="*/ 21 w 638"/>
                <a:gd name="T33" fmla="*/ 97 h 638"/>
                <a:gd name="T34" fmla="*/ 453 w 638"/>
                <a:gd name="T35" fmla="*/ 529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8" h="638">
                  <a:moveTo>
                    <a:pt x="453" y="529"/>
                  </a:moveTo>
                  <a:lnTo>
                    <a:pt x="79" y="529"/>
                  </a:lnTo>
                  <a:cubicBezTo>
                    <a:pt x="50" y="529"/>
                    <a:pt x="25" y="554"/>
                    <a:pt x="25" y="584"/>
                  </a:cubicBezTo>
                  <a:cubicBezTo>
                    <a:pt x="25" y="613"/>
                    <a:pt x="50" y="638"/>
                    <a:pt x="79" y="638"/>
                  </a:cubicBezTo>
                  <a:lnTo>
                    <a:pt x="583" y="638"/>
                  </a:lnTo>
                  <a:lnTo>
                    <a:pt x="585" y="638"/>
                  </a:lnTo>
                  <a:lnTo>
                    <a:pt x="586" y="638"/>
                  </a:lnTo>
                  <a:cubicBezTo>
                    <a:pt x="600" y="637"/>
                    <a:pt x="612" y="631"/>
                    <a:pt x="622" y="622"/>
                  </a:cubicBezTo>
                  <a:cubicBezTo>
                    <a:pt x="632" y="612"/>
                    <a:pt x="637" y="599"/>
                    <a:pt x="638" y="585"/>
                  </a:cubicBezTo>
                  <a:lnTo>
                    <a:pt x="638" y="583"/>
                  </a:lnTo>
                  <a:lnTo>
                    <a:pt x="638" y="79"/>
                  </a:lnTo>
                  <a:cubicBezTo>
                    <a:pt x="638" y="50"/>
                    <a:pt x="613" y="25"/>
                    <a:pt x="584" y="25"/>
                  </a:cubicBezTo>
                  <a:cubicBezTo>
                    <a:pt x="554" y="25"/>
                    <a:pt x="529" y="50"/>
                    <a:pt x="529" y="79"/>
                  </a:cubicBezTo>
                  <a:lnTo>
                    <a:pt x="529" y="453"/>
                  </a:lnTo>
                  <a:lnTo>
                    <a:pt x="97" y="21"/>
                  </a:lnTo>
                  <a:cubicBezTo>
                    <a:pt x="76" y="0"/>
                    <a:pt x="42" y="0"/>
                    <a:pt x="21" y="21"/>
                  </a:cubicBezTo>
                  <a:cubicBezTo>
                    <a:pt x="0" y="42"/>
                    <a:pt x="0" y="76"/>
                    <a:pt x="21" y="97"/>
                  </a:cubicBezTo>
                  <a:lnTo>
                    <a:pt x="453" y="529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3200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graphicFrame>
        <p:nvGraphicFramePr>
          <p:cNvPr id="2" name="Object 3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839871" y="1908180"/>
          <a:ext cx="11038205" cy="4945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Microsoft Word 97-2003" r:id="rId9" imgW="11039475" imgH="4967605" progId="Word.Document.8">
                  <p:embed/>
                </p:oleObj>
              </mc:Choice>
              <mc:Fallback>
                <p:oleObj name="Microsoft Word 97-2003" r:id="rId9" imgW="11039475" imgH="496760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39871" y="1908180"/>
                        <a:ext cx="11038205" cy="49453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>
            <a:hlinkClick r:id="rId11" action="ppaction://hlinksldjump"/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 flipH="1">
            <a:off x="0" y="4801870"/>
            <a:ext cx="963295" cy="1988185"/>
          </a:xfrm>
          <a:prstGeom prst="rect">
            <a:avLst/>
          </a:prstGeom>
        </p:spPr>
      </p:pic>
      <p:pic>
        <p:nvPicPr>
          <p:cNvPr id="10" name="图片 22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9449753" y="2804795"/>
            <a:ext cx="2105025" cy="2114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33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2" name="文本框 13331"/>
          <p:cNvSpPr txBox="1"/>
          <p:nvPr>
            <p:custDataLst>
              <p:tags r:id="rId1"/>
            </p:custDataLst>
          </p:nvPr>
        </p:nvSpPr>
        <p:spPr>
          <a:xfrm>
            <a:off x="408940" y="952500"/>
            <a:ext cx="673227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</a:rPr>
              <a:t>三、复数加减法的几何意义</a:t>
            </a:r>
            <a:endParaRPr lang="zh-CN" altLang="en-US" sz="3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-1522" y="487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909903" y="57323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Arial" panose="020B0604020202020204"/>
              </a:rPr>
              <a:t>新课讲授</a:t>
            </a:r>
            <a:endParaRPr lang="zh-CN" altLang="en-US">
              <a:sym typeface="Arial" panose="020B0604020202020204"/>
            </a:endParaRPr>
          </a:p>
        </p:txBody>
      </p:sp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95325"/>
            <a:chOff x="0" y="0"/>
            <a:chExt cx="12192000" cy="695325"/>
          </a:xfrm>
        </p:grpSpPr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95325"/>
            </a:xfrm>
            <a:prstGeom prst="rect">
              <a:avLst/>
            </a:prstGeom>
            <a:solidFill>
              <a:srgbClr val="00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7" name="TextBox 4"/>
            <p:cNvSpPr txBox="1"/>
            <p:nvPr>
              <p:custDataLst>
                <p:tags r:id="rId6"/>
              </p:custDataLst>
            </p:nvPr>
          </p:nvSpPr>
          <p:spPr>
            <a:xfrm>
              <a:off x="909903" y="57323"/>
              <a:ext cx="518457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 b="1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>
                  <a:sym typeface="Arial" panose="020B0604020202020204"/>
                </a:rPr>
                <a:t>典例分析</a:t>
              </a:r>
              <a:endParaRPr lang="zh-CN" altLang="en-US">
                <a:sym typeface="Arial" panose="020B0604020202020204"/>
              </a:endParaRPr>
            </a:p>
          </p:txBody>
        </p:sp>
        <p:sp>
          <p:nvSpPr>
            <p:cNvPr id="8" name="Freeform 5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 bwMode="auto">
            <a:xfrm>
              <a:off x="314154" y="113163"/>
              <a:ext cx="526167" cy="528000"/>
            </a:xfrm>
            <a:custGeom>
              <a:avLst/>
              <a:gdLst>
                <a:gd name="T0" fmla="*/ 453 w 638"/>
                <a:gd name="T1" fmla="*/ 529 h 638"/>
                <a:gd name="T2" fmla="*/ 79 w 638"/>
                <a:gd name="T3" fmla="*/ 529 h 638"/>
                <a:gd name="T4" fmla="*/ 25 w 638"/>
                <a:gd name="T5" fmla="*/ 584 h 638"/>
                <a:gd name="T6" fmla="*/ 79 w 638"/>
                <a:gd name="T7" fmla="*/ 638 h 638"/>
                <a:gd name="T8" fmla="*/ 583 w 638"/>
                <a:gd name="T9" fmla="*/ 638 h 638"/>
                <a:gd name="T10" fmla="*/ 585 w 638"/>
                <a:gd name="T11" fmla="*/ 638 h 638"/>
                <a:gd name="T12" fmla="*/ 586 w 638"/>
                <a:gd name="T13" fmla="*/ 638 h 638"/>
                <a:gd name="T14" fmla="*/ 622 w 638"/>
                <a:gd name="T15" fmla="*/ 622 h 638"/>
                <a:gd name="T16" fmla="*/ 638 w 638"/>
                <a:gd name="T17" fmla="*/ 585 h 638"/>
                <a:gd name="T18" fmla="*/ 638 w 638"/>
                <a:gd name="T19" fmla="*/ 583 h 638"/>
                <a:gd name="T20" fmla="*/ 638 w 638"/>
                <a:gd name="T21" fmla="*/ 79 h 638"/>
                <a:gd name="T22" fmla="*/ 584 w 638"/>
                <a:gd name="T23" fmla="*/ 25 h 638"/>
                <a:gd name="T24" fmla="*/ 529 w 638"/>
                <a:gd name="T25" fmla="*/ 79 h 638"/>
                <a:gd name="T26" fmla="*/ 529 w 638"/>
                <a:gd name="T27" fmla="*/ 453 h 638"/>
                <a:gd name="T28" fmla="*/ 97 w 638"/>
                <a:gd name="T29" fmla="*/ 21 h 638"/>
                <a:gd name="T30" fmla="*/ 21 w 638"/>
                <a:gd name="T31" fmla="*/ 21 h 638"/>
                <a:gd name="T32" fmla="*/ 21 w 638"/>
                <a:gd name="T33" fmla="*/ 97 h 638"/>
                <a:gd name="T34" fmla="*/ 453 w 638"/>
                <a:gd name="T35" fmla="*/ 529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8" h="638">
                  <a:moveTo>
                    <a:pt x="453" y="529"/>
                  </a:moveTo>
                  <a:lnTo>
                    <a:pt x="79" y="529"/>
                  </a:lnTo>
                  <a:cubicBezTo>
                    <a:pt x="50" y="529"/>
                    <a:pt x="25" y="554"/>
                    <a:pt x="25" y="584"/>
                  </a:cubicBezTo>
                  <a:cubicBezTo>
                    <a:pt x="25" y="613"/>
                    <a:pt x="50" y="638"/>
                    <a:pt x="79" y="638"/>
                  </a:cubicBezTo>
                  <a:lnTo>
                    <a:pt x="583" y="638"/>
                  </a:lnTo>
                  <a:lnTo>
                    <a:pt x="585" y="638"/>
                  </a:lnTo>
                  <a:lnTo>
                    <a:pt x="586" y="638"/>
                  </a:lnTo>
                  <a:cubicBezTo>
                    <a:pt x="600" y="637"/>
                    <a:pt x="612" y="631"/>
                    <a:pt x="622" y="622"/>
                  </a:cubicBezTo>
                  <a:cubicBezTo>
                    <a:pt x="632" y="612"/>
                    <a:pt x="637" y="599"/>
                    <a:pt x="638" y="585"/>
                  </a:cubicBezTo>
                  <a:lnTo>
                    <a:pt x="638" y="583"/>
                  </a:lnTo>
                  <a:lnTo>
                    <a:pt x="638" y="79"/>
                  </a:lnTo>
                  <a:cubicBezTo>
                    <a:pt x="638" y="50"/>
                    <a:pt x="613" y="25"/>
                    <a:pt x="584" y="25"/>
                  </a:cubicBezTo>
                  <a:cubicBezTo>
                    <a:pt x="554" y="25"/>
                    <a:pt x="529" y="50"/>
                    <a:pt x="529" y="79"/>
                  </a:cubicBezTo>
                  <a:lnTo>
                    <a:pt x="529" y="453"/>
                  </a:lnTo>
                  <a:lnTo>
                    <a:pt x="97" y="21"/>
                  </a:lnTo>
                  <a:cubicBezTo>
                    <a:pt x="76" y="0"/>
                    <a:pt x="42" y="0"/>
                    <a:pt x="21" y="21"/>
                  </a:cubicBezTo>
                  <a:cubicBezTo>
                    <a:pt x="0" y="42"/>
                    <a:pt x="0" y="76"/>
                    <a:pt x="21" y="97"/>
                  </a:cubicBezTo>
                  <a:lnTo>
                    <a:pt x="453" y="529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3200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graphicFrame>
        <p:nvGraphicFramePr>
          <p:cNvPr id="2" name="Object 3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264561" y="1597665"/>
          <a:ext cx="11038205" cy="1583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Microsoft Word 97-2003" r:id="rId9" imgW="11039475" imgH="1590675" progId="Word.Document.8">
                  <p:embed/>
                </p:oleObj>
              </mc:Choice>
              <mc:Fallback>
                <p:oleObj name="Microsoft Word 97-2003" r:id="rId9" imgW="11039475" imgH="159067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4561" y="1597665"/>
                        <a:ext cx="11038205" cy="15836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>
            <a:hlinkClick r:id="rId11" action="ppaction://hlinksldjump"/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 flipH="1">
            <a:off x="0" y="4801870"/>
            <a:ext cx="963295" cy="1988185"/>
          </a:xfrm>
          <a:prstGeom prst="rect">
            <a:avLst/>
          </a:prstGeom>
        </p:spPr>
      </p:pic>
      <p:graphicFrame>
        <p:nvGraphicFramePr>
          <p:cNvPr id="12" name="Object 3"/>
          <p:cNvGraphicFramePr>
            <a:graphicFrameLocks noChangeAspect="1"/>
          </p:cNvGraphicFramePr>
          <p:nvPr>
            <p:custDataLst>
              <p:tags r:id="rId14"/>
            </p:custDataLst>
          </p:nvPr>
        </p:nvGraphicFramePr>
        <p:xfrm>
          <a:off x="575076" y="3273748"/>
          <a:ext cx="11038205" cy="2773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Microsoft Word 97-2003" r:id="rId15" imgW="11039475" imgH="2786380" progId="Word.Document.8">
                  <p:embed/>
                </p:oleObj>
              </mc:Choice>
              <mc:Fallback>
                <p:oleObj name="Microsoft Word 97-2003" r:id="rId15" imgW="11039475" imgH="278638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75076" y="3273748"/>
                        <a:ext cx="11038205" cy="27730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图片 219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676958" y="3455353"/>
            <a:ext cx="2143125" cy="2409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矩形 12"/>
          <p:cNvSpPr/>
          <p:nvPr/>
        </p:nvSpPr>
        <p:spPr>
          <a:xfrm>
            <a:off x="290195" y="3119755"/>
            <a:ext cx="8386445" cy="3737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332" grpId="0"/>
      <p:bldP spid="13" grpId="0" bldLvl="0" animBg="1"/>
      <p:bldP spid="13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8" name="TextBox 4"/>
          <p:cNvSpPr txBox="1"/>
          <p:nvPr>
            <p:custDataLst>
              <p:tags r:id="rId2"/>
            </p:custDataLst>
          </p:nvPr>
        </p:nvSpPr>
        <p:spPr>
          <a:xfrm>
            <a:off x="1170217" y="143703"/>
            <a:ext cx="5184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Arial" panose="020B0604020202020204"/>
              </a:rPr>
              <a:t>学后总结</a:t>
            </a:r>
            <a:endParaRPr lang="zh-CN" altLang="en-US">
              <a:sym typeface="Arial" panose="020B0604020202020204"/>
            </a:endParaRPr>
          </a:p>
        </p:txBody>
      </p:sp>
      <p:sp>
        <p:nvSpPr>
          <p:cNvPr id="10" name="Freeform 5"/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>
            <a:off x="383736" y="51146"/>
            <a:ext cx="526167" cy="528000"/>
          </a:xfrm>
          <a:custGeom>
            <a:avLst/>
            <a:gdLst>
              <a:gd name="T0" fmla="*/ 453 w 638"/>
              <a:gd name="T1" fmla="*/ 529 h 638"/>
              <a:gd name="T2" fmla="*/ 79 w 638"/>
              <a:gd name="T3" fmla="*/ 529 h 638"/>
              <a:gd name="T4" fmla="*/ 25 w 638"/>
              <a:gd name="T5" fmla="*/ 584 h 638"/>
              <a:gd name="T6" fmla="*/ 79 w 638"/>
              <a:gd name="T7" fmla="*/ 638 h 638"/>
              <a:gd name="T8" fmla="*/ 583 w 638"/>
              <a:gd name="T9" fmla="*/ 638 h 638"/>
              <a:gd name="T10" fmla="*/ 585 w 638"/>
              <a:gd name="T11" fmla="*/ 638 h 638"/>
              <a:gd name="T12" fmla="*/ 586 w 638"/>
              <a:gd name="T13" fmla="*/ 638 h 638"/>
              <a:gd name="T14" fmla="*/ 622 w 638"/>
              <a:gd name="T15" fmla="*/ 622 h 638"/>
              <a:gd name="T16" fmla="*/ 638 w 638"/>
              <a:gd name="T17" fmla="*/ 585 h 638"/>
              <a:gd name="T18" fmla="*/ 638 w 638"/>
              <a:gd name="T19" fmla="*/ 583 h 638"/>
              <a:gd name="T20" fmla="*/ 638 w 638"/>
              <a:gd name="T21" fmla="*/ 79 h 638"/>
              <a:gd name="T22" fmla="*/ 584 w 638"/>
              <a:gd name="T23" fmla="*/ 25 h 638"/>
              <a:gd name="T24" fmla="*/ 529 w 638"/>
              <a:gd name="T25" fmla="*/ 79 h 638"/>
              <a:gd name="T26" fmla="*/ 529 w 638"/>
              <a:gd name="T27" fmla="*/ 453 h 638"/>
              <a:gd name="T28" fmla="*/ 97 w 638"/>
              <a:gd name="T29" fmla="*/ 21 h 638"/>
              <a:gd name="T30" fmla="*/ 21 w 638"/>
              <a:gd name="T31" fmla="*/ 21 h 638"/>
              <a:gd name="T32" fmla="*/ 21 w 638"/>
              <a:gd name="T33" fmla="*/ 97 h 638"/>
              <a:gd name="T34" fmla="*/ 453 w 638"/>
              <a:gd name="T35" fmla="*/ 529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38" h="638">
                <a:moveTo>
                  <a:pt x="453" y="529"/>
                </a:moveTo>
                <a:lnTo>
                  <a:pt x="79" y="529"/>
                </a:lnTo>
                <a:cubicBezTo>
                  <a:pt x="50" y="529"/>
                  <a:pt x="25" y="554"/>
                  <a:pt x="25" y="584"/>
                </a:cubicBezTo>
                <a:cubicBezTo>
                  <a:pt x="25" y="613"/>
                  <a:pt x="50" y="638"/>
                  <a:pt x="79" y="638"/>
                </a:cubicBezTo>
                <a:lnTo>
                  <a:pt x="583" y="638"/>
                </a:lnTo>
                <a:lnTo>
                  <a:pt x="585" y="638"/>
                </a:lnTo>
                <a:lnTo>
                  <a:pt x="586" y="638"/>
                </a:lnTo>
                <a:cubicBezTo>
                  <a:pt x="600" y="637"/>
                  <a:pt x="612" y="631"/>
                  <a:pt x="622" y="622"/>
                </a:cubicBezTo>
                <a:cubicBezTo>
                  <a:pt x="632" y="612"/>
                  <a:pt x="637" y="599"/>
                  <a:pt x="638" y="585"/>
                </a:cubicBezTo>
                <a:lnTo>
                  <a:pt x="638" y="583"/>
                </a:lnTo>
                <a:lnTo>
                  <a:pt x="638" y="79"/>
                </a:lnTo>
                <a:cubicBezTo>
                  <a:pt x="638" y="50"/>
                  <a:pt x="613" y="25"/>
                  <a:pt x="584" y="25"/>
                </a:cubicBezTo>
                <a:cubicBezTo>
                  <a:pt x="554" y="25"/>
                  <a:pt x="529" y="50"/>
                  <a:pt x="529" y="79"/>
                </a:cubicBezTo>
                <a:lnTo>
                  <a:pt x="529" y="453"/>
                </a:lnTo>
                <a:lnTo>
                  <a:pt x="97" y="21"/>
                </a:lnTo>
                <a:cubicBezTo>
                  <a:pt x="76" y="0"/>
                  <a:pt x="42" y="0"/>
                  <a:pt x="21" y="21"/>
                </a:cubicBezTo>
                <a:cubicBezTo>
                  <a:pt x="0" y="42"/>
                  <a:pt x="0" y="76"/>
                  <a:pt x="21" y="97"/>
                </a:cubicBezTo>
                <a:lnTo>
                  <a:pt x="453" y="529"/>
                </a:lnTo>
                <a:close/>
              </a:path>
            </a:pathLst>
          </a:custGeom>
          <a:solidFill>
            <a:srgbClr val="00C0D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3200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pic>
        <p:nvPicPr>
          <p:cNvPr id="26" name="图片 25">
            <a:hlinkClick r:id="rId4" action="ppaction://hlinksldjump"/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11228705" y="4735195"/>
            <a:ext cx="963295" cy="1988185"/>
          </a:xfrm>
          <a:prstGeom prst="rect">
            <a:avLst/>
          </a:prstGeom>
        </p:spPr>
      </p:pic>
      <p:sp>
        <p:nvSpPr>
          <p:cNvPr id="2" name="内容占位符 1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78582" y="836712"/>
            <a:ext cx="11160000" cy="51244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0" indent="720090" algn="just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Tx/>
              <a:buNone/>
              <a:tabLst>
                <a:tab pos="5384800" algn=""/>
              </a:tabLst>
              <a:defRPr sz="2400" b="0" baseline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118427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59258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rgbClr val="000000"/>
                </a:solidFill>
                <a:latin typeface="+mn-lt"/>
                <a:ea typeface="+mn-ea"/>
              </a:defRPr>
            </a:lvl3pPr>
            <a:lvl4pPr marL="200025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4pPr>
            <a:lvl5pPr marL="240855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rgbClr val="000000"/>
                </a:solidFill>
                <a:latin typeface="+mn-lt"/>
                <a:ea typeface="+mn-ea"/>
              </a:defRPr>
            </a:lvl5pPr>
            <a:lvl6pPr marL="28657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6pPr>
            <a:lvl7pPr marL="33229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7pPr>
            <a:lvl8pPr marL="37801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8pPr>
            <a:lvl9pPr marL="42373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r>
              <a:rPr lang="zh-CN" altLang="zh-CN" sz="2600" b="1" smtClean="0"/>
              <a:t>知识点一　复平面的相关概念</a:t>
            </a:r>
            <a:endParaRPr lang="zh-CN" altLang="zh-CN" sz="2600" smtClean="0"/>
          </a:p>
          <a:p>
            <a:r>
              <a:rPr lang="zh-CN" altLang="zh-CN" smtClean="0"/>
              <a:t>如图，点</a:t>
            </a:r>
            <a:r>
              <a:rPr lang="en-US" altLang="zh-CN" i="1" smtClean="0"/>
              <a:t>Z</a:t>
            </a:r>
            <a:r>
              <a:rPr lang="zh-CN" altLang="zh-CN" smtClean="0"/>
              <a:t>的横坐标是</a:t>
            </a:r>
            <a:r>
              <a:rPr lang="en-US" altLang="zh-CN" i="1" smtClean="0"/>
              <a:t>a</a:t>
            </a:r>
            <a:r>
              <a:rPr lang="zh-CN" altLang="zh-CN" smtClean="0"/>
              <a:t>，纵坐标是</a:t>
            </a:r>
            <a:r>
              <a:rPr lang="en-US" altLang="zh-CN" i="1" smtClean="0"/>
              <a:t>b</a:t>
            </a:r>
            <a:r>
              <a:rPr lang="zh-CN" altLang="zh-CN" smtClean="0"/>
              <a:t>，复数</a:t>
            </a:r>
            <a:r>
              <a:rPr lang="en-US" altLang="zh-CN" i="1" smtClean="0"/>
              <a:t>z</a:t>
            </a:r>
            <a:r>
              <a:rPr lang="zh-CN" altLang="zh-CN" smtClean="0"/>
              <a:t>＝</a:t>
            </a:r>
            <a:r>
              <a:rPr lang="en-US" altLang="zh-CN" i="1" smtClean="0"/>
              <a:t>a</a:t>
            </a:r>
            <a:r>
              <a:rPr lang="zh-CN" altLang="zh-CN" smtClean="0"/>
              <a:t>＋</a:t>
            </a:r>
            <a:r>
              <a:rPr lang="en-US" altLang="zh-CN" i="1" smtClean="0"/>
              <a:t>b</a:t>
            </a:r>
            <a:r>
              <a:rPr lang="en-US" altLang="zh-CN" smtClean="0"/>
              <a:t>i</a:t>
            </a:r>
            <a:r>
              <a:rPr lang="zh-CN" altLang="zh-CN" smtClean="0"/>
              <a:t>可用点</a:t>
            </a:r>
            <a:r>
              <a:rPr lang="en-US" altLang="zh-CN" i="1" smtClean="0"/>
              <a:t>Z</a:t>
            </a:r>
            <a:r>
              <a:rPr lang="en-US" altLang="zh-CN" smtClean="0"/>
              <a:t>(</a:t>
            </a:r>
            <a:r>
              <a:rPr lang="en-US" altLang="zh-CN" i="1" smtClean="0"/>
              <a:t>a</a:t>
            </a:r>
            <a:r>
              <a:rPr lang="zh-CN" altLang="zh-CN" smtClean="0"/>
              <a:t>，</a:t>
            </a:r>
            <a:r>
              <a:rPr lang="en-US" altLang="zh-CN" i="1" smtClean="0"/>
              <a:t>b</a:t>
            </a:r>
            <a:r>
              <a:rPr lang="en-US" altLang="zh-CN" smtClean="0"/>
              <a:t>)</a:t>
            </a:r>
            <a:r>
              <a:rPr lang="zh-CN" altLang="zh-CN" smtClean="0"/>
              <a:t>表示．这个建立了直角坐标系来表示复数的平面叫做</a:t>
            </a:r>
            <a:r>
              <a:rPr lang="en-US" altLang="zh-CN" smtClean="0"/>
              <a:t>________</a:t>
            </a:r>
            <a:r>
              <a:rPr lang="zh-CN" altLang="zh-CN" smtClean="0"/>
              <a:t>，</a:t>
            </a:r>
            <a:r>
              <a:rPr lang="en-US" altLang="zh-CN" i="1" smtClean="0"/>
              <a:t>x</a:t>
            </a:r>
            <a:r>
              <a:rPr lang="zh-CN" altLang="zh-CN" smtClean="0"/>
              <a:t>轴叫做</a:t>
            </a:r>
            <a:r>
              <a:rPr lang="en-US" altLang="zh-CN" smtClean="0"/>
              <a:t>______</a:t>
            </a:r>
            <a:r>
              <a:rPr lang="zh-CN" altLang="zh-CN" smtClean="0"/>
              <a:t>，</a:t>
            </a:r>
            <a:r>
              <a:rPr lang="en-US" altLang="zh-CN" i="1" smtClean="0"/>
              <a:t>y</a:t>
            </a:r>
            <a:r>
              <a:rPr lang="zh-CN" altLang="zh-CN" smtClean="0"/>
              <a:t>轴叫做</a:t>
            </a:r>
            <a:r>
              <a:rPr lang="en-US" altLang="zh-CN" smtClean="0"/>
              <a:t>_____</a:t>
            </a:r>
            <a:r>
              <a:rPr lang="zh-CN" altLang="zh-CN" smtClean="0"/>
              <a:t>．显然，实轴上的点都表示实数；除了原点外，虚轴上的点都表示纯虚数．</a:t>
            </a:r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r>
              <a:rPr lang="zh-CN" altLang="zh-CN" smtClean="0"/>
              <a:t>由此可知，复数集</a:t>
            </a:r>
            <a:r>
              <a:rPr lang="en-US" altLang="zh-CN" b="1" smtClean="0"/>
              <a:t>C</a:t>
            </a:r>
            <a:r>
              <a:rPr lang="zh-CN" altLang="zh-CN" smtClean="0"/>
              <a:t>中的数与复平面内的点建立了一一对应关系，即复数</a:t>
            </a:r>
            <a:r>
              <a:rPr lang="en-US" altLang="zh-CN" i="1" smtClean="0"/>
              <a:t>z</a:t>
            </a:r>
            <a:r>
              <a:rPr lang="zh-CN" altLang="zh-CN" smtClean="0"/>
              <a:t>＝</a:t>
            </a:r>
            <a:r>
              <a:rPr lang="en-US" altLang="zh-CN" i="1" smtClean="0"/>
              <a:t>a</a:t>
            </a:r>
            <a:r>
              <a:rPr lang="zh-CN" altLang="zh-CN" smtClean="0"/>
              <a:t>＋</a:t>
            </a:r>
            <a:r>
              <a:rPr lang="en-US" altLang="zh-CN" i="1" smtClean="0"/>
              <a:t>b</a:t>
            </a:r>
            <a:r>
              <a:rPr lang="en-US" altLang="zh-CN" smtClean="0"/>
              <a:t>i                      </a:t>
            </a:r>
            <a:r>
              <a:rPr lang="zh-CN" altLang="zh-CN" smtClean="0"/>
              <a:t>对应复平面内的点</a:t>
            </a:r>
            <a:r>
              <a:rPr lang="en-US" altLang="zh-CN" i="1" smtClean="0"/>
              <a:t>Z</a:t>
            </a:r>
            <a:r>
              <a:rPr lang="en-US" altLang="zh-CN" smtClean="0"/>
              <a:t>(</a:t>
            </a:r>
            <a:r>
              <a:rPr lang="en-US" altLang="zh-CN" i="1" smtClean="0"/>
              <a:t>a</a:t>
            </a:r>
            <a:r>
              <a:rPr lang="zh-CN" altLang="zh-CN" smtClean="0"/>
              <a:t>，</a:t>
            </a:r>
            <a:r>
              <a:rPr lang="en-US" altLang="zh-CN" i="1" smtClean="0"/>
              <a:t>b</a:t>
            </a:r>
            <a:r>
              <a:rPr lang="en-US" altLang="zh-CN" smtClean="0"/>
              <a:t>)</a:t>
            </a:r>
            <a:r>
              <a:rPr lang="zh-CN" altLang="zh-CN" smtClean="0"/>
              <a:t>．这是复数的一种几何意义．</a:t>
            </a:r>
            <a:endParaRPr lang="zh-CN" altLang="zh-CN" smtClean="0"/>
          </a:p>
        </p:txBody>
      </p:sp>
      <p:sp>
        <p:nvSpPr>
          <p:cNvPr id="4" name="内容占位符 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527254" y="1916832"/>
            <a:ext cx="1224136" cy="57996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0" indent="0" algn="just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Tx/>
              <a:buNone/>
              <a:tabLst>
                <a:tab pos="5384800" algn=""/>
              </a:tabLst>
              <a:defRPr sz="2400" b="0" baseline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118427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59258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rgbClr val="000000"/>
                </a:solidFill>
                <a:latin typeface="+mn-lt"/>
                <a:ea typeface="+mn-ea"/>
              </a:defRPr>
            </a:lvl3pPr>
            <a:lvl4pPr marL="200025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4pPr>
            <a:lvl5pPr marL="240855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rgbClr val="000000"/>
                </a:solidFill>
                <a:latin typeface="+mn-lt"/>
                <a:ea typeface="+mn-ea"/>
              </a:defRPr>
            </a:lvl5pPr>
            <a:lvl6pPr marL="28657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6pPr>
            <a:lvl7pPr marL="33229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7pPr>
            <a:lvl8pPr marL="37801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8pPr>
            <a:lvl9pPr marL="42373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r>
              <a:rPr lang="zh-CN" altLang="zh-CN" smtClean="0"/>
              <a:t>复平面</a:t>
            </a:r>
            <a:endParaRPr lang="zh-CN" altLang="en-US"/>
          </a:p>
        </p:txBody>
      </p:sp>
      <p:pic>
        <p:nvPicPr>
          <p:cNvPr id="6" name="图片 5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 bwMode="auto">
          <a:xfrm>
            <a:off x="4511030" y="3212975"/>
            <a:ext cx="2232248" cy="1571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 bwMode="auto">
          <a:xfrm>
            <a:off x="1257970" y="5373216"/>
            <a:ext cx="1368152" cy="32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内容占位符 5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9263558" y="1916832"/>
            <a:ext cx="1224136" cy="57996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0" indent="0" algn="just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Tx/>
              <a:buNone/>
              <a:tabLst>
                <a:tab pos="5384800" algn=""/>
              </a:tabLst>
              <a:defRPr sz="2400" b="0" baseline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118427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59258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rgbClr val="000000"/>
                </a:solidFill>
                <a:latin typeface="+mn-lt"/>
                <a:ea typeface="+mn-ea"/>
              </a:defRPr>
            </a:lvl3pPr>
            <a:lvl4pPr marL="200025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4pPr>
            <a:lvl5pPr marL="240855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rgbClr val="000000"/>
                </a:solidFill>
                <a:latin typeface="+mn-lt"/>
                <a:ea typeface="+mn-ea"/>
              </a:defRPr>
            </a:lvl5pPr>
            <a:lvl6pPr marL="28657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6pPr>
            <a:lvl7pPr marL="33229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7pPr>
            <a:lvl8pPr marL="37801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8pPr>
            <a:lvl9pPr marL="42373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r>
              <a:rPr lang="zh-CN" altLang="zh-CN" smtClean="0"/>
              <a:t>实轴</a:t>
            </a:r>
            <a:endParaRPr lang="zh-CN" altLang="en-US"/>
          </a:p>
        </p:txBody>
      </p:sp>
      <p:sp>
        <p:nvSpPr>
          <p:cNvPr id="5" name="内容占位符 5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550590" y="2420888"/>
            <a:ext cx="1224136" cy="57996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0" indent="0" algn="just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Tx/>
              <a:buNone/>
              <a:tabLst>
                <a:tab pos="5384800" algn=""/>
              </a:tabLst>
              <a:defRPr sz="2400" b="0" baseline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118427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59258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rgbClr val="000000"/>
                </a:solidFill>
                <a:latin typeface="+mn-lt"/>
                <a:ea typeface="+mn-ea"/>
              </a:defRPr>
            </a:lvl3pPr>
            <a:lvl4pPr marL="200025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4pPr>
            <a:lvl5pPr marL="240855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rgbClr val="000000"/>
                </a:solidFill>
                <a:latin typeface="+mn-lt"/>
                <a:ea typeface="+mn-ea"/>
              </a:defRPr>
            </a:lvl5pPr>
            <a:lvl6pPr marL="28657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6pPr>
            <a:lvl7pPr marL="33229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7pPr>
            <a:lvl8pPr marL="37801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8pPr>
            <a:lvl9pPr marL="42373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r>
              <a:rPr lang="zh-CN" altLang="zh-CN" smtClean="0"/>
              <a:t>虚轴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4" grpId="0" build="p"/>
      <p:bldP spid="9" grpId="0" build="p"/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8" name="TextBox 4"/>
          <p:cNvSpPr txBox="1"/>
          <p:nvPr>
            <p:custDataLst>
              <p:tags r:id="rId2"/>
            </p:custDataLst>
          </p:nvPr>
        </p:nvSpPr>
        <p:spPr>
          <a:xfrm>
            <a:off x="1170217" y="143703"/>
            <a:ext cx="5184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Arial" panose="020B0604020202020204"/>
              </a:rPr>
              <a:t>学后总结</a:t>
            </a:r>
            <a:endParaRPr lang="zh-CN" altLang="en-US">
              <a:sym typeface="Arial" panose="020B0604020202020204"/>
            </a:endParaRPr>
          </a:p>
        </p:txBody>
      </p:sp>
      <p:sp>
        <p:nvSpPr>
          <p:cNvPr id="10" name="Freeform 5"/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>
            <a:off x="383736" y="51146"/>
            <a:ext cx="526167" cy="528000"/>
          </a:xfrm>
          <a:custGeom>
            <a:avLst/>
            <a:gdLst>
              <a:gd name="T0" fmla="*/ 453 w 638"/>
              <a:gd name="T1" fmla="*/ 529 h 638"/>
              <a:gd name="T2" fmla="*/ 79 w 638"/>
              <a:gd name="T3" fmla="*/ 529 h 638"/>
              <a:gd name="T4" fmla="*/ 25 w 638"/>
              <a:gd name="T5" fmla="*/ 584 h 638"/>
              <a:gd name="T6" fmla="*/ 79 w 638"/>
              <a:gd name="T7" fmla="*/ 638 h 638"/>
              <a:gd name="T8" fmla="*/ 583 w 638"/>
              <a:gd name="T9" fmla="*/ 638 h 638"/>
              <a:gd name="T10" fmla="*/ 585 w 638"/>
              <a:gd name="T11" fmla="*/ 638 h 638"/>
              <a:gd name="T12" fmla="*/ 586 w 638"/>
              <a:gd name="T13" fmla="*/ 638 h 638"/>
              <a:gd name="T14" fmla="*/ 622 w 638"/>
              <a:gd name="T15" fmla="*/ 622 h 638"/>
              <a:gd name="T16" fmla="*/ 638 w 638"/>
              <a:gd name="T17" fmla="*/ 585 h 638"/>
              <a:gd name="T18" fmla="*/ 638 w 638"/>
              <a:gd name="T19" fmla="*/ 583 h 638"/>
              <a:gd name="T20" fmla="*/ 638 w 638"/>
              <a:gd name="T21" fmla="*/ 79 h 638"/>
              <a:gd name="T22" fmla="*/ 584 w 638"/>
              <a:gd name="T23" fmla="*/ 25 h 638"/>
              <a:gd name="T24" fmla="*/ 529 w 638"/>
              <a:gd name="T25" fmla="*/ 79 h 638"/>
              <a:gd name="T26" fmla="*/ 529 w 638"/>
              <a:gd name="T27" fmla="*/ 453 h 638"/>
              <a:gd name="T28" fmla="*/ 97 w 638"/>
              <a:gd name="T29" fmla="*/ 21 h 638"/>
              <a:gd name="T30" fmla="*/ 21 w 638"/>
              <a:gd name="T31" fmla="*/ 21 h 638"/>
              <a:gd name="T32" fmla="*/ 21 w 638"/>
              <a:gd name="T33" fmla="*/ 97 h 638"/>
              <a:gd name="T34" fmla="*/ 453 w 638"/>
              <a:gd name="T35" fmla="*/ 529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38" h="638">
                <a:moveTo>
                  <a:pt x="453" y="529"/>
                </a:moveTo>
                <a:lnTo>
                  <a:pt x="79" y="529"/>
                </a:lnTo>
                <a:cubicBezTo>
                  <a:pt x="50" y="529"/>
                  <a:pt x="25" y="554"/>
                  <a:pt x="25" y="584"/>
                </a:cubicBezTo>
                <a:cubicBezTo>
                  <a:pt x="25" y="613"/>
                  <a:pt x="50" y="638"/>
                  <a:pt x="79" y="638"/>
                </a:cubicBezTo>
                <a:lnTo>
                  <a:pt x="583" y="638"/>
                </a:lnTo>
                <a:lnTo>
                  <a:pt x="585" y="638"/>
                </a:lnTo>
                <a:lnTo>
                  <a:pt x="586" y="638"/>
                </a:lnTo>
                <a:cubicBezTo>
                  <a:pt x="600" y="637"/>
                  <a:pt x="612" y="631"/>
                  <a:pt x="622" y="622"/>
                </a:cubicBezTo>
                <a:cubicBezTo>
                  <a:pt x="632" y="612"/>
                  <a:pt x="637" y="599"/>
                  <a:pt x="638" y="585"/>
                </a:cubicBezTo>
                <a:lnTo>
                  <a:pt x="638" y="583"/>
                </a:lnTo>
                <a:lnTo>
                  <a:pt x="638" y="79"/>
                </a:lnTo>
                <a:cubicBezTo>
                  <a:pt x="638" y="50"/>
                  <a:pt x="613" y="25"/>
                  <a:pt x="584" y="25"/>
                </a:cubicBezTo>
                <a:cubicBezTo>
                  <a:pt x="554" y="25"/>
                  <a:pt x="529" y="50"/>
                  <a:pt x="529" y="79"/>
                </a:cubicBezTo>
                <a:lnTo>
                  <a:pt x="529" y="453"/>
                </a:lnTo>
                <a:lnTo>
                  <a:pt x="97" y="21"/>
                </a:lnTo>
                <a:cubicBezTo>
                  <a:pt x="76" y="0"/>
                  <a:pt x="42" y="0"/>
                  <a:pt x="21" y="21"/>
                </a:cubicBezTo>
                <a:cubicBezTo>
                  <a:pt x="0" y="42"/>
                  <a:pt x="0" y="76"/>
                  <a:pt x="21" y="97"/>
                </a:cubicBezTo>
                <a:lnTo>
                  <a:pt x="453" y="529"/>
                </a:lnTo>
                <a:close/>
              </a:path>
            </a:pathLst>
          </a:custGeom>
          <a:solidFill>
            <a:srgbClr val="00C0D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3200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pic>
        <p:nvPicPr>
          <p:cNvPr id="26" name="图片 25">
            <a:hlinkClick r:id="rId4" action="ppaction://hlinksldjump"/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11228705" y="4735195"/>
            <a:ext cx="963295" cy="1988185"/>
          </a:xfrm>
          <a:prstGeom prst="rect">
            <a:avLst/>
          </a:prstGeom>
        </p:spPr>
      </p:pic>
      <p:graphicFrame>
        <p:nvGraphicFramePr>
          <p:cNvPr id="1314820" name="Object 4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406574" y="836712"/>
          <a:ext cx="11401425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Microsoft Word 97-2003" r:id="rId8" imgW="11071860" imgH="5050790" progId="Word.Document.8">
                  <p:embed/>
                </p:oleObj>
              </mc:Choice>
              <mc:Fallback>
                <p:oleObj name="Microsoft Word 97-2003" r:id="rId8" imgW="11071860" imgH="505079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06574" y="836712"/>
                        <a:ext cx="11401425" cy="5181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6023198" y="1916832"/>
          <a:ext cx="5905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Microsoft Word 97-2003" r:id="rId11" imgW="606425" imgH="617220" progId="Word.Document.8">
                  <p:embed/>
                </p:oleObj>
              </mc:Choice>
              <mc:Fallback>
                <p:oleObj name="Microsoft Word 97-2003" r:id="rId11" imgW="606425" imgH="61722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23198" y="1916832"/>
                        <a:ext cx="59055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内容占位符 5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10775726" y="1412776"/>
            <a:ext cx="936104" cy="57996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0" indent="0" algn="just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Tx/>
              <a:buNone/>
              <a:tabLst>
                <a:tab pos="5384800" algn=""/>
              </a:tabLst>
              <a:defRPr sz="2400" b="0" baseline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118427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59258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rgbClr val="000000"/>
                </a:solidFill>
                <a:latin typeface="+mn-lt"/>
                <a:ea typeface="+mn-ea"/>
              </a:defRPr>
            </a:lvl3pPr>
            <a:lvl4pPr marL="200025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4pPr>
            <a:lvl5pPr marL="240855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rgbClr val="000000"/>
                </a:solidFill>
                <a:latin typeface="+mn-lt"/>
                <a:ea typeface="+mn-ea"/>
              </a:defRPr>
            </a:lvl5pPr>
            <a:lvl6pPr marL="28657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6pPr>
            <a:lvl7pPr marL="33229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7pPr>
            <a:lvl8pPr marL="37801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8pPr>
            <a:lvl9pPr marL="42373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r>
              <a:rPr lang="zh-CN" altLang="zh-CN" smtClean="0"/>
              <a:t>点</a:t>
            </a:r>
            <a:r>
              <a:rPr lang="en-US" altLang="zh-CN" i="1" smtClean="0"/>
              <a:t>Z</a:t>
            </a:r>
            <a:endParaRPr lang="zh-CN" altLang="en-US"/>
          </a:p>
        </p:txBody>
      </p:sp>
      <p:sp>
        <p:nvSpPr>
          <p:cNvPr id="5" name="内容占位符 5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9047534" y="5291683"/>
            <a:ext cx="2088232" cy="57606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0" indent="0" algn="just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Tx/>
              <a:buNone/>
              <a:tabLst>
                <a:tab pos="5384800" algn=""/>
              </a:tabLst>
              <a:defRPr sz="2400" b="0" baseline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118427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59258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rgbClr val="000000"/>
                </a:solidFill>
                <a:latin typeface="+mn-lt"/>
                <a:ea typeface="+mn-ea"/>
              </a:defRPr>
            </a:lvl3pPr>
            <a:lvl4pPr marL="200025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4pPr>
            <a:lvl5pPr marL="240855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rgbClr val="000000"/>
                </a:solidFill>
                <a:latin typeface="+mn-lt"/>
                <a:ea typeface="+mn-ea"/>
              </a:defRPr>
            </a:lvl5pPr>
            <a:lvl6pPr marL="28657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6pPr>
            <a:lvl7pPr marL="33229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7pPr>
            <a:lvl8pPr marL="37801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8pPr>
            <a:lvl9pPr marL="42373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r>
              <a:rPr lang="zh-CN" altLang="zh-CN" smtClean="0"/>
              <a:t>同一个复数</a:t>
            </a:r>
            <a:endParaRPr lang="zh-CN" altLang="en-US"/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 flipH="1">
            <a:off x="11099800" y="12547600"/>
            <a:ext cx="0" cy="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4" grpId="0" build="p"/>
      <p:bldP spid="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8" name="TextBox 4"/>
          <p:cNvSpPr txBox="1"/>
          <p:nvPr>
            <p:custDataLst>
              <p:tags r:id="rId2"/>
            </p:custDataLst>
          </p:nvPr>
        </p:nvSpPr>
        <p:spPr>
          <a:xfrm>
            <a:off x="1170217" y="143703"/>
            <a:ext cx="5184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Arial" panose="020B0604020202020204"/>
              </a:rPr>
              <a:t>学后总结</a:t>
            </a:r>
            <a:endParaRPr lang="zh-CN" altLang="en-US">
              <a:sym typeface="Arial" panose="020B0604020202020204"/>
            </a:endParaRPr>
          </a:p>
        </p:txBody>
      </p:sp>
      <p:sp>
        <p:nvSpPr>
          <p:cNvPr id="10" name="Freeform 5"/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>
            <a:off x="383736" y="51146"/>
            <a:ext cx="526167" cy="528000"/>
          </a:xfrm>
          <a:custGeom>
            <a:avLst/>
            <a:gdLst>
              <a:gd name="T0" fmla="*/ 453 w 638"/>
              <a:gd name="T1" fmla="*/ 529 h 638"/>
              <a:gd name="T2" fmla="*/ 79 w 638"/>
              <a:gd name="T3" fmla="*/ 529 h 638"/>
              <a:gd name="T4" fmla="*/ 25 w 638"/>
              <a:gd name="T5" fmla="*/ 584 h 638"/>
              <a:gd name="T6" fmla="*/ 79 w 638"/>
              <a:gd name="T7" fmla="*/ 638 h 638"/>
              <a:gd name="T8" fmla="*/ 583 w 638"/>
              <a:gd name="T9" fmla="*/ 638 h 638"/>
              <a:gd name="T10" fmla="*/ 585 w 638"/>
              <a:gd name="T11" fmla="*/ 638 h 638"/>
              <a:gd name="T12" fmla="*/ 586 w 638"/>
              <a:gd name="T13" fmla="*/ 638 h 638"/>
              <a:gd name="T14" fmla="*/ 622 w 638"/>
              <a:gd name="T15" fmla="*/ 622 h 638"/>
              <a:gd name="T16" fmla="*/ 638 w 638"/>
              <a:gd name="T17" fmla="*/ 585 h 638"/>
              <a:gd name="T18" fmla="*/ 638 w 638"/>
              <a:gd name="T19" fmla="*/ 583 h 638"/>
              <a:gd name="T20" fmla="*/ 638 w 638"/>
              <a:gd name="T21" fmla="*/ 79 h 638"/>
              <a:gd name="T22" fmla="*/ 584 w 638"/>
              <a:gd name="T23" fmla="*/ 25 h 638"/>
              <a:gd name="T24" fmla="*/ 529 w 638"/>
              <a:gd name="T25" fmla="*/ 79 h 638"/>
              <a:gd name="T26" fmla="*/ 529 w 638"/>
              <a:gd name="T27" fmla="*/ 453 h 638"/>
              <a:gd name="T28" fmla="*/ 97 w 638"/>
              <a:gd name="T29" fmla="*/ 21 h 638"/>
              <a:gd name="T30" fmla="*/ 21 w 638"/>
              <a:gd name="T31" fmla="*/ 21 h 638"/>
              <a:gd name="T32" fmla="*/ 21 w 638"/>
              <a:gd name="T33" fmla="*/ 97 h 638"/>
              <a:gd name="T34" fmla="*/ 453 w 638"/>
              <a:gd name="T35" fmla="*/ 529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38" h="638">
                <a:moveTo>
                  <a:pt x="453" y="529"/>
                </a:moveTo>
                <a:lnTo>
                  <a:pt x="79" y="529"/>
                </a:lnTo>
                <a:cubicBezTo>
                  <a:pt x="50" y="529"/>
                  <a:pt x="25" y="554"/>
                  <a:pt x="25" y="584"/>
                </a:cubicBezTo>
                <a:cubicBezTo>
                  <a:pt x="25" y="613"/>
                  <a:pt x="50" y="638"/>
                  <a:pt x="79" y="638"/>
                </a:cubicBezTo>
                <a:lnTo>
                  <a:pt x="583" y="638"/>
                </a:lnTo>
                <a:lnTo>
                  <a:pt x="585" y="638"/>
                </a:lnTo>
                <a:lnTo>
                  <a:pt x="586" y="638"/>
                </a:lnTo>
                <a:cubicBezTo>
                  <a:pt x="600" y="637"/>
                  <a:pt x="612" y="631"/>
                  <a:pt x="622" y="622"/>
                </a:cubicBezTo>
                <a:cubicBezTo>
                  <a:pt x="632" y="612"/>
                  <a:pt x="637" y="599"/>
                  <a:pt x="638" y="585"/>
                </a:cubicBezTo>
                <a:lnTo>
                  <a:pt x="638" y="583"/>
                </a:lnTo>
                <a:lnTo>
                  <a:pt x="638" y="79"/>
                </a:lnTo>
                <a:cubicBezTo>
                  <a:pt x="638" y="50"/>
                  <a:pt x="613" y="25"/>
                  <a:pt x="584" y="25"/>
                </a:cubicBezTo>
                <a:cubicBezTo>
                  <a:pt x="554" y="25"/>
                  <a:pt x="529" y="50"/>
                  <a:pt x="529" y="79"/>
                </a:cubicBezTo>
                <a:lnTo>
                  <a:pt x="529" y="453"/>
                </a:lnTo>
                <a:lnTo>
                  <a:pt x="97" y="21"/>
                </a:lnTo>
                <a:cubicBezTo>
                  <a:pt x="76" y="0"/>
                  <a:pt x="42" y="0"/>
                  <a:pt x="21" y="21"/>
                </a:cubicBezTo>
                <a:cubicBezTo>
                  <a:pt x="0" y="42"/>
                  <a:pt x="0" y="76"/>
                  <a:pt x="21" y="97"/>
                </a:cubicBezTo>
                <a:lnTo>
                  <a:pt x="453" y="529"/>
                </a:lnTo>
                <a:close/>
              </a:path>
            </a:pathLst>
          </a:custGeom>
          <a:solidFill>
            <a:srgbClr val="00C0D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3200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pic>
        <p:nvPicPr>
          <p:cNvPr id="26" name="图片 25">
            <a:hlinkClick r:id="rId4" action="ppaction://hlinksldjump"/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11228705" y="4735195"/>
            <a:ext cx="963295" cy="1988185"/>
          </a:xfrm>
          <a:prstGeom prst="rect">
            <a:avLst/>
          </a:prstGeom>
        </p:spPr>
      </p:pic>
      <p:graphicFrame>
        <p:nvGraphicFramePr>
          <p:cNvPr id="1026" name="Object 2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552450" y="1628775"/>
          <a:ext cx="10963275" cy="254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Microsoft Word 97-2003" r:id="rId8" imgW="11071860" imgH="2580005" progId="Word.Document.8">
                  <p:embed/>
                </p:oleObj>
              </mc:Choice>
              <mc:Fallback>
                <p:oleObj name="Microsoft Word 97-2003" r:id="rId8" imgW="11071860" imgH="258000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52450" y="1628775"/>
                        <a:ext cx="10963275" cy="2543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内容占位符 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183438" y="2204864"/>
            <a:ext cx="576064" cy="57996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0" indent="0" algn="just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Tx/>
              <a:buNone/>
              <a:tabLst>
                <a:tab pos="5384800" algn=""/>
              </a:tabLst>
              <a:defRPr sz="2400" b="0" baseline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118427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59258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rgbClr val="000000"/>
                </a:solidFill>
                <a:latin typeface="+mn-lt"/>
                <a:ea typeface="+mn-ea"/>
              </a:defRPr>
            </a:lvl3pPr>
            <a:lvl4pPr marL="200025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4pPr>
            <a:lvl5pPr marL="240855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rgbClr val="000000"/>
                </a:solidFill>
                <a:latin typeface="+mn-lt"/>
                <a:ea typeface="+mn-ea"/>
              </a:defRPr>
            </a:lvl5pPr>
            <a:lvl6pPr marL="28657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6pPr>
            <a:lvl7pPr marL="33229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7pPr>
            <a:lvl8pPr marL="37801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8pPr>
            <a:lvl9pPr marL="42373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mtClean="0"/>
              <a:t>|</a:t>
            </a:r>
            <a:r>
              <a:rPr lang="en-US" altLang="zh-CN" i="1" smtClean="0"/>
              <a:t>z</a:t>
            </a:r>
            <a:r>
              <a:rPr lang="en-US" altLang="zh-CN" smtClean="0"/>
              <a:t>|</a:t>
            </a:r>
            <a:endParaRPr lang="zh-CN" altLang="en-US"/>
          </a:p>
        </p:txBody>
      </p:sp>
      <p:sp>
        <p:nvSpPr>
          <p:cNvPr id="7" name="内容占位符 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551590" y="2267347"/>
            <a:ext cx="1152128" cy="57606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0" indent="0" algn="just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Tx/>
              <a:buNone/>
              <a:tabLst>
                <a:tab pos="5384800" algn=""/>
              </a:tabLst>
              <a:defRPr sz="2400" b="0" baseline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118427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59258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rgbClr val="000000"/>
                </a:solidFill>
                <a:latin typeface="+mn-lt"/>
                <a:ea typeface="+mn-ea"/>
              </a:defRPr>
            </a:lvl3pPr>
            <a:lvl4pPr marL="200025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4pPr>
            <a:lvl5pPr marL="240855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rgbClr val="000000"/>
                </a:solidFill>
                <a:latin typeface="+mn-lt"/>
                <a:ea typeface="+mn-ea"/>
              </a:defRPr>
            </a:lvl5pPr>
            <a:lvl6pPr marL="28657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6pPr>
            <a:lvl7pPr marL="33229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7pPr>
            <a:lvl8pPr marL="37801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8pPr>
            <a:lvl9pPr marL="42373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mtClean="0"/>
              <a:t>|</a:t>
            </a:r>
            <a:r>
              <a:rPr lang="en-US" altLang="zh-CN" i="1" smtClean="0"/>
              <a:t>a</a:t>
            </a:r>
            <a:r>
              <a:rPr lang="zh-CN" altLang="zh-CN" smtClean="0"/>
              <a:t>＋</a:t>
            </a:r>
            <a:r>
              <a:rPr lang="en-US" altLang="zh-CN" i="1" smtClean="0"/>
              <a:t>b</a:t>
            </a:r>
            <a:r>
              <a:rPr lang="en-US" altLang="zh-CN" smtClean="0"/>
              <a:t>i|</a:t>
            </a:r>
            <a:endParaRPr lang="zh-CN" altLang="en-US"/>
          </a:p>
        </p:txBody>
      </p:sp>
      <p:sp>
        <p:nvSpPr>
          <p:cNvPr id="9" name="内容占位符 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311230" y="3429000"/>
            <a:ext cx="576064" cy="57996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0" indent="0" algn="just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Tx/>
              <a:buNone/>
              <a:tabLst>
                <a:tab pos="5384800" algn=""/>
              </a:tabLst>
              <a:defRPr sz="2400" b="0" baseline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118427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59258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rgbClr val="000000"/>
                </a:solidFill>
                <a:latin typeface="+mn-lt"/>
                <a:ea typeface="+mn-ea"/>
              </a:defRPr>
            </a:lvl3pPr>
            <a:lvl4pPr marL="200025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4pPr>
            <a:lvl5pPr marL="240855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rgbClr val="000000"/>
                </a:solidFill>
                <a:latin typeface="+mn-lt"/>
                <a:ea typeface="+mn-ea"/>
              </a:defRPr>
            </a:lvl5pPr>
            <a:lvl6pPr marL="28657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6pPr>
            <a:lvl7pPr marL="33229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7pPr>
            <a:lvl8pPr marL="37801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8pPr>
            <a:lvl9pPr marL="42373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i="1" smtClean="0"/>
              <a:t>a</a:t>
            </a:r>
            <a:endParaRPr lang="zh-CN" altLang="en-US"/>
          </a:p>
        </p:txBody>
      </p:sp>
      <p:sp>
        <p:nvSpPr>
          <p:cNvPr id="4" name="内容占位符 5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994576" y="3429000"/>
            <a:ext cx="576064" cy="57996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0" indent="0" algn="just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Tx/>
              <a:buNone/>
              <a:tabLst>
                <a:tab pos="5384800" algn=""/>
              </a:tabLst>
              <a:defRPr sz="2400" b="0" baseline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118427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59258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rgbClr val="000000"/>
                </a:solidFill>
                <a:latin typeface="+mn-lt"/>
                <a:ea typeface="+mn-ea"/>
              </a:defRPr>
            </a:lvl3pPr>
            <a:lvl4pPr marL="200025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4pPr>
            <a:lvl5pPr marL="240855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rgbClr val="000000"/>
                </a:solidFill>
                <a:latin typeface="+mn-lt"/>
                <a:ea typeface="+mn-ea"/>
              </a:defRPr>
            </a:lvl5pPr>
            <a:lvl6pPr marL="28657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6pPr>
            <a:lvl7pPr marL="33229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7pPr>
            <a:lvl8pPr marL="37801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8pPr>
            <a:lvl9pPr marL="42373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mtClean="0"/>
              <a:t>|</a:t>
            </a:r>
            <a:r>
              <a:rPr lang="en-US" altLang="zh-CN" i="1" smtClean="0"/>
              <a:t>a</a:t>
            </a:r>
            <a:r>
              <a:rPr lang="en-US" altLang="zh-CN" smtClean="0"/>
              <a:t>|</a:t>
            </a:r>
            <a:endParaRPr lang="zh-CN" altLang="en-US"/>
          </a:p>
        </p:txBody>
      </p:sp>
      <p:sp>
        <p:nvSpPr>
          <p:cNvPr id="11" name="内容占位符 5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10209187" y="3457575"/>
            <a:ext cx="1296144" cy="5808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0" indent="0" algn="just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Tx/>
              <a:buNone/>
              <a:tabLst>
                <a:tab pos="5384800" algn=""/>
              </a:tabLst>
              <a:defRPr sz="2400" b="0" baseline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118427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59258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rgbClr val="000000"/>
                </a:solidFill>
                <a:latin typeface="+mn-lt"/>
                <a:ea typeface="+mn-ea"/>
              </a:defRPr>
            </a:lvl3pPr>
            <a:lvl4pPr marL="200025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4pPr>
            <a:lvl5pPr marL="240855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rgbClr val="000000"/>
                </a:solidFill>
                <a:latin typeface="+mn-lt"/>
                <a:ea typeface="+mn-ea"/>
              </a:defRPr>
            </a:lvl5pPr>
            <a:lvl6pPr marL="28657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6pPr>
            <a:lvl7pPr marL="33229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7pPr>
            <a:lvl8pPr marL="37801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8pPr>
            <a:lvl9pPr marL="42373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r>
              <a:rPr lang="zh-CN" altLang="zh-CN" smtClean="0"/>
              <a:t>绝对值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2" grpId="0" build="p"/>
      <p:bldP spid="7" grpId="0" build="p"/>
      <p:bldP spid="9" grpId="0" build="p"/>
      <p:bldP spid="4" grpId="0" build="p"/>
      <p:bldP spid="1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8" name="TextBox 4"/>
          <p:cNvSpPr txBox="1"/>
          <p:nvPr>
            <p:custDataLst>
              <p:tags r:id="rId2"/>
            </p:custDataLst>
          </p:nvPr>
        </p:nvSpPr>
        <p:spPr>
          <a:xfrm>
            <a:off x="1170217" y="143703"/>
            <a:ext cx="5184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Arial" panose="020B0604020202020204"/>
              </a:rPr>
              <a:t>学后总结</a:t>
            </a:r>
            <a:endParaRPr lang="zh-CN" altLang="en-US">
              <a:sym typeface="Arial" panose="020B0604020202020204"/>
            </a:endParaRPr>
          </a:p>
        </p:txBody>
      </p:sp>
      <p:sp>
        <p:nvSpPr>
          <p:cNvPr id="10" name="Freeform 5"/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>
            <a:off x="383736" y="51146"/>
            <a:ext cx="526167" cy="528000"/>
          </a:xfrm>
          <a:custGeom>
            <a:avLst/>
            <a:gdLst>
              <a:gd name="T0" fmla="*/ 453 w 638"/>
              <a:gd name="T1" fmla="*/ 529 h 638"/>
              <a:gd name="T2" fmla="*/ 79 w 638"/>
              <a:gd name="T3" fmla="*/ 529 h 638"/>
              <a:gd name="T4" fmla="*/ 25 w 638"/>
              <a:gd name="T5" fmla="*/ 584 h 638"/>
              <a:gd name="T6" fmla="*/ 79 w 638"/>
              <a:gd name="T7" fmla="*/ 638 h 638"/>
              <a:gd name="T8" fmla="*/ 583 w 638"/>
              <a:gd name="T9" fmla="*/ 638 h 638"/>
              <a:gd name="T10" fmla="*/ 585 w 638"/>
              <a:gd name="T11" fmla="*/ 638 h 638"/>
              <a:gd name="T12" fmla="*/ 586 w 638"/>
              <a:gd name="T13" fmla="*/ 638 h 638"/>
              <a:gd name="T14" fmla="*/ 622 w 638"/>
              <a:gd name="T15" fmla="*/ 622 h 638"/>
              <a:gd name="T16" fmla="*/ 638 w 638"/>
              <a:gd name="T17" fmla="*/ 585 h 638"/>
              <a:gd name="T18" fmla="*/ 638 w 638"/>
              <a:gd name="T19" fmla="*/ 583 h 638"/>
              <a:gd name="T20" fmla="*/ 638 w 638"/>
              <a:gd name="T21" fmla="*/ 79 h 638"/>
              <a:gd name="T22" fmla="*/ 584 w 638"/>
              <a:gd name="T23" fmla="*/ 25 h 638"/>
              <a:gd name="T24" fmla="*/ 529 w 638"/>
              <a:gd name="T25" fmla="*/ 79 h 638"/>
              <a:gd name="T26" fmla="*/ 529 w 638"/>
              <a:gd name="T27" fmla="*/ 453 h 638"/>
              <a:gd name="T28" fmla="*/ 97 w 638"/>
              <a:gd name="T29" fmla="*/ 21 h 638"/>
              <a:gd name="T30" fmla="*/ 21 w 638"/>
              <a:gd name="T31" fmla="*/ 21 h 638"/>
              <a:gd name="T32" fmla="*/ 21 w 638"/>
              <a:gd name="T33" fmla="*/ 97 h 638"/>
              <a:gd name="T34" fmla="*/ 453 w 638"/>
              <a:gd name="T35" fmla="*/ 529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38" h="638">
                <a:moveTo>
                  <a:pt x="453" y="529"/>
                </a:moveTo>
                <a:lnTo>
                  <a:pt x="79" y="529"/>
                </a:lnTo>
                <a:cubicBezTo>
                  <a:pt x="50" y="529"/>
                  <a:pt x="25" y="554"/>
                  <a:pt x="25" y="584"/>
                </a:cubicBezTo>
                <a:cubicBezTo>
                  <a:pt x="25" y="613"/>
                  <a:pt x="50" y="638"/>
                  <a:pt x="79" y="638"/>
                </a:cubicBezTo>
                <a:lnTo>
                  <a:pt x="583" y="638"/>
                </a:lnTo>
                <a:lnTo>
                  <a:pt x="585" y="638"/>
                </a:lnTo>
                <a:lnTo>
                  <a:pt x="586" y="638"/>
                </a:lnTo>
                <a:cubicBezTo>
                  <a:pt x="600" y="637"/>
                  <a:pt x="612" y="631"/>
                  <a:pt x="622" y="622"/>
                </a:cubicBezTo>
                <a:cubicBezTo>
                  <a:pt x="632" y="612"/>
                  <a:pt x="637" y="599"/>
                  <a:pt x="638" y="585"/>
                </a:cubicBezTo>
                <a:lnTo>
                  <a:pt x="638" y="583"/>
                </a:lnTo>
                <a:lnTo>
                  <a:pt x="638" y="79"/>
                </a:lnTo>
                <a:cubicBezTo>
                  <a:pt x="638" y="50"/>
                  <a:pt x="613" y="25"/>
                  <a:pt x="584" y="25"/>
                </a:cubicBezTo>
                <a:cubicBezTo>
                  <a:pt x="554" y="25"/>
                  <a:pt x="529" y="50"/>
                  <a:pt x="529" y="79"/>
                </a:cubicBezTo>
                <a:lnTo>
                  <a:pt x="529" y="453"/>
                </a:lnTo>
                <a:lnTo>
                  <a:pt x="97" y="21"/>
                </a:lnTo>
                <a:cubicBezTo>
                  <a:pt x="76" y="0"/>
                  <a:pt x="42" y="0"/>
                  <a:pt x="21" y="21"/>
                </a:cubicBezTo>
                <a:cubicBezTo>
                  <a:pt x="0" y="42"/>
                  <a:pt x="0" y="76"/>
                  <a:pt x="21" y="97"/>
                </a:cubicBezTo>
                <a:lnTo>
                  <a:pt x="453" y="529"/>
                </a:lnTo>
                <a:close/>
              </a:path>
            </a:pathLst>
          </a:custGeom>
          <a:solidFill>
            <a:srgbClr val="00C0D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3200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pic>
        <p:nvPicPr>
          <p:cNvPr id="26" name="图片 25">
            <a:hlinkClick r:id="rId4" action="ppaction://hlinksldjump"/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11228705" y="4735195"/>
            <a:ext cx="963295" cy="1988185"/>
          </a:xfrm>
          <a:prstGeom prst="rect">
            <a:avLst/>
          </a:prstGeom>
        </p:spPr>
      </p:pic>
      <p:graphicFrame>
        <p:nvGraphicFramePr>
          <p:cNvPr id="1316868" name="Object 4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604539" y="1484784"/>
          <a:ext cx="10963275" cy="29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Microsoft Word 97-2003" r:id="rId8" imgW="11071860" imgH="2978150" progId="Word.Document.8">
                  <p:embed/>
                </p:oleObj>
              </mc:Choice>
              <mc:Fallback>
                <p:oleObj name="Microsoft Word 97-2003" r:id="rId8" imgW="11071860" imgH="297815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4539" y="1484784"/>
                        <a:ext cx="10963275" cy="293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内容占位符 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94606" y="2492896"/>
            <a:ext cx="1512168" cy="57996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0" indent="0" algn="just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Tx/>
              <a:buNone/>
              <a:tabLst>
                <a:tab pos="5384800" algn=""/>
              </a:tabLst>
              <a:defRPr sz="2400" b="0" baseline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118427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59258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rgbClr val="000000"/>
                </a:solidFill>
                <a:latin typeface="+mn-lt"/>
                <a:ea typeface="+mn-ea"/>
              </a:defRPr>
            </a:lvl3pPr>
            <a:lvl4pPr marL="200025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4pPr>
            <a:lvl5pPr marL="240855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rgbClr val="000000"/>
                </a:solidFill>
                <a:latin typeface="+mn-lt"/>
                <a:ea typeface="+mn-ea"/>
              </a:defRPr>
            </a:lvl5pPr>
            <a:lvl6pPr marL="28657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6pPr>
            <a:lvl7pPr marL="33229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7pPr>
            <a:lvl8pPr marL="37801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8pPr>
            <a:lvl9pPr marL="42373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r>
              <a:rPr lang="zh-CN" altLang="zh-CN" smtClean="0"/>
              <a:t>共轭复数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319342" y="2564904"/>
            <a:ext cx="1512168" cy="57996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0" indent="0" algn="just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Tx/>
              <a:buNone/>
              <a:tabLst>
                <a:tab pos="5384800" algn=""/>
              </a:tabLst>
              <a:defRPr sz="2400" b="0" baseline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118427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59258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rgbClr val="000000"/>
                </a:solidFill>
                <a:latin typeface="+mn-lt"/>
                <a:ea typeface="+mn-ea"/>
              </a:defRPr>
            </a:lvl3pPr>
            <a:lvl4pPr marL="200025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4pPr>
            <a:lvl5pPr marL="240855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rgbClr val="000000"/>
                </a:solidFill>
                <a:latin typeface="+mn-lt"/>
                <a:ea typeface="+mn-ea"/>
              </a:defRPr>
            </a:lvl5pPr>
            <a:lvl6pPr marL="28657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6pPr>
            <a:lvl7pPr marL="33229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7pPr>
            <a:lvl8pPr marL="37801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8pPr>
            <a:lvl9pPr marL="42373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r>
              <a:rPr lang="zh-CN" altLang="zh-CN" smtClean="0"/>
              <a:t>共轭虚数</a:t>
            </a:r>
            <a:endParaRPr lang="zh-CN" altLang="en-US"/>
          </a:p>
        </p:txBody>
      </p:sp>
      <p:sp>
        <p:nvSpPr>
          <p:cNvPr id="7" name="内容占位符 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5735166" y="3356992"/>
            <a:ext cx="1512168" cy="57996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0" indent="0" algn="just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Tx/>
              <a:buNone/>
              <a:tabLst>
                <a:tab pos="5384800" algn=""/>
              </a:tabLst>
              <a:defRPr sz="2400" b="0" baseline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118427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59258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rgbClr val="000000"/>
                </a:solidFill>
                <a:latin typeface="+mn-lt"/>
                <a:ea typeface="+mn-ea"/>
              </a:defRPr>
            </a:lvl3pPr>
            <a:lvl4pPr marL="200025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4pPr>
            <a:lvl5pPr marL="240855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rgbClr val="000000"/>
                </a:solidFill>
                <a:latin typeface="+mn-lt"/>
                <a:ea typeface="+mn-ea"/>
              </a:defRPr>
            </a:lvl5pPr>
            <a:lvl6pPr marL="28657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6pPr>
            <a:lvl7pPr marL="33229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7pPr>
            <a:lvl8pPr marL="37801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8pPr>
            <a:lvl9pPr marL="42373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i="1" smtClean="0"/>
              <a:t>a</a:t>
            </a:r>
            <a:r>
              <a:rPr lang="zh-CN" altLang="zh-CN" smtClean="0"/>
              <a:t>－</a:t>
            </a:r>
            <a:r>
              <a:rPr lang="en-US" altLang="zh-CN" i="1" smtClean="0"/>
              <a:t>b</a:t>
            </a:r>
            <a:r>
              <a:rPr lang="en-US" altLang="zh-CN" smtClean="0"/>
              <a:t>i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2" grpId="0" build="p"/>
      <p:bldP spid="6" grpId="0" build="p"/>
      <p:bldP spid="7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7" name="Freeform 5"/>
          <p:cNvSpPr>
            <a:spLocks noChangeAspect="1"/>
          </p:cNvSpPr>
          <p:nvPr>
            <p:custDataLst>
              <p:tags r:id="rId2"/>
            </p:custDataLst>
          </p:nvPr>
        </p:nvSpPr>
        <p:spPr bwMode="auto">
          <a:xfrm>
            <a:off x="314789" y="89033"/>
            <a:ext cx="526167" cy="528000"/>
          </a:xfrm>
          <a:custGeom>
            <a:avLst/>
            <a:gdLst>
              <a:gd name="T0" fmla="*/ 453 w 638"/>
              <a:gd name="T1" fmla="*/ 529 h 638"/>
              <a:gd name="T2" fmla="*/ 79 w 638"/>
              <a:gd name="T3" fmla="*/ 529 h 638"/>
              <a:gd name="T4" fmla="*/ 25 w 638"/>
              <a:gd name="T5" fmla="*/ 584 h 638"/>
              <a:gd name="T6" fmla="*/ 79 w 638"/>
              <a:gd name="T7" fmla="*/ 638 h 638"/>
              <a:gd name="T8" fmla="*/ 583 w 638"/>
              <a:gd name="T9" fmla="*/ 638 h 638"/>
              <a:gd name="T10" fmla="*/ 585 w 638"/>
              <a:gd name="T11" fmla="*/ 638 h 638"/>
              <a:gd name="T12" fmla="*/ 586 w 638"/>
              <a:gd name="T13" fmla="*/ 638 h 638"/>
              <a:gd name="T14" fmla="*/ 622 w 638"/>
              <a:gd name="T15" fmla="*/ 622 h 638"/>
              <a:gd name="T16" fmla="*/ 638 w 638"/>
              <a:gd name="T17" fmla="*/ 585 h 638"/>
              <a:gd name="T18" fmla="*/ 638 w 638"/>
              <a:gd name="T19" fmla="*/ 583 h 638"/>
              <a:gd name="T20" fmla="*/ 638 w 638"/>
              <a:gd name="T21" fmla="*/ 79 h 638"/>
              <a:gd name="T22" fmla="*/ 584 w 638"/>
              <a:gd name="T23" fmla="*/ 25 h 638"/>
              <a:gd name="T24" fmla="*/ 529 w 638"/>
              <a:gd name="T25" fmla="*/ 79 h 638"/>
              <a:gd name="T26" fmla="*/ 529 w 638"/>
              <a:gd name="T27" fmla="*/ 453 h 638"/>
              <a:gd name="T28" fmla="*/ 97 w 638"/>
              <a:gd name="T29" fmla="*/ 21 h 638"/>
              <a:gd name="T30" fmla="*/ 21 w 638"/>
              <a:gd name="T31" fmla="*/ 21 h 638"/>
              <a:gd name="T32" fmla="*/ 21 w 638"/>
              <a:gd name="T33" fmla="*/ 97 h 638"/>
              <a:gd name="T34" fmla="*/ 453 w 638"/>
              <a:gd name="T35" fmla="*/ 529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38" h="638">
                <a:moveTo>
                  <a:pt x="453" y="529"/>
                </a:moveTo>
                <a:lnTo>
                  <a:pt x="79" y="529"/>
                </a:lnTo>
                <a:cubicBezTo>
                  <a:pt x="50" y="529"/>
                  <a:pt x="25" y="554"/>
                  <a:pt x="25" y="584"/>
                </a:cubicBezTo>
                <a:cubicBezTo>
                  <a:pt x="25" y="613"/>
                  <a:pt x="50" y="638"/>
                  <a:pt x="79" y="638"/>
                </a:cubicBezTo>
                <a:lnTo>
                  <a:pt x="583" y="638"/>
                </a:lnTo>
                <a:lnTo>
                  <a:pt x="585" y="638"/>
                </a:lnTo>
                <a:lnTo>
                  <a:pt x="586" y="638"/>
                </a:lnTo>
                <a:cubicBezTo>
                  <a:pt x="600" y="637"/>
                  <a:pt x="612" y="631"/>
                  <a:pt x="622" y="622"/>
                </a:cubicBezTo>
                <a:cubicBezTo>
                  <a:pt x="632" y="612"/>
                  <a:pt x="637" y="599"/>
                  <a:pt x="638" y="585"/>
                </a:cubicBezTo>
                <a:lnTo>
                  <a:pt x="638" y="583"/>
                </a:lnTo>
                <a:lnTo>
                  <a:pt x="638" y="79"/>
                </a:lnTo>
                <a:cubicBezTo>
                  <a:pt x="638" y="50"/>
                  <a:pt x="613" y="25"/>
                  <a:pt x="584" y="25"/>
                </a:cubicBezTo>
                <a:cubicBezTo>
                  <a:pt x="554" y="25"/>
                  <a:pt x="529" y="50"/>
                  <a:pt x="529" y="79"/>
                </a:cubicBezTo>
                <a:lnTo>
                  <a:pt x="529" y="453"/>
                </a:lnTo>
                <a:lnTo>
                  <a:pt x="97" y="21"/>
                </a:lnTo>
                <a:cubicBezTo>
                  <a:pt x="76" y="0"/>
                  <a:pt x="42" y="0"/>
                  <a:pt x="21" y="21"/>
                </a:cubicBezTo>
                <a:cubicBezTo>
                  <a:pt x="0" y="42"/>
                  <a:pt x="0" y="76"/>
                  <a:pt x="21" y="97"/>
                </a:cubicBezTo>
                <a:lnTo>
                  <a:pt x="453" y="529"/>
                </a:lnTo>
                <a:close/>
              </a:path>
            </a:pathLst>
          </a:custGeom>
          <a:solidFill>
            <a:srgbClr val="00C0D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3200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8" name="TextBox 4"/>
          <p:cNvSpPr txBox="1"/>
          <p:nvPr>
            <p:custDataLst>
              <p:tags r:id="rId3"/>
            </p:custDataLst>
          </p:nvPr>
        </p:nvSpPr>
        <p:spPr>
          <a:xfrm>
            <a:off x="909903" y="97328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cs typeface="+mn-ea"/>
                <a:sym typeface="+mn-lt"/>
              </a:rPr>
              <a:t>学以致用</a:t>
            </a:r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746" y="5958116"/>
            <a:ext cx="1407143" cy="90000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06574" y="1916832"/>
            <a:ext cx="11160000" cy="23069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0" indent="720090" algn="just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Tx/>
              <a:buNone/>
              <a:tabLst>
                <a:tab pos="5384800" algn=""/>
              </a:tabLst>
              <a:defRPr sz="2400" b="0" baseline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118427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59258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rgbClr val="000000"/>
                </a:solidFill>
                <a:latin typeface="+mn-lt"/>
                <a:ea typeface="+mn-ea"/>
              </a:defRPr>
            </a:lvl3pPr>
            <a:lvl4pPr marL="200025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4pPr>
            <a:lvl5pPr marL="240855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rgbClr val="000000"/>
                </a:solidFill>
                <a:latin typeface="+mn-lt"/>
                <a:ea typeface="+mn-ea"/>
              </a:defRPr>
            </a:lvl5pPr>
            <a:lvl6pPr marL="28657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6pPr>
            <a:lvl7pPr marL="33229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7pPr>
            <a:lvl8pPr marL="37801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8pPr>
            <a:lvl9pPr marL="42373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endParaRPr lang="en-US" altLang="zh-CN" smtClean="0"/>
          </a:p>
          <a:p>
            <a:r>
              <a:rPr lang="en-US" altLang="zh-CN" smtClean="0"/>
              <a:t>1</a:t>
            </a:r>
            <a:r>
              <a:rPr lang="zh-CN" altLang="zh-CN" smtClean="0"/>
              <a:t>．</a:t>
            </a:r>
            <a:r>
              <a:rPr lang="en-US" altLang="zh-CN" b="1" smtClean="0"/>
              <a:t>(</a:t>
            </a:r>
            <a:r>
              <a:rPr lang="en-US" altLang="zh-CN" b="1" smtClean="0">
                <a:ea typeface="楷体_GB2312" pitchFamily="49" charset="-122"/>
              </a:rPr>
              <a:t>2024·</a:t>
            </a:r>
            <a:r>
              <a:rPr lang="zh-CN" altLang="zh-CN" b="1" smtClean="0">
                <a:ea typeface="楷体_GB2312" pitchFamily="49" charset="-122"/>
              </a:rPr>
              <a:t>新课标</a:t>
            </a:r>
            <a:r>
              <a:rPr lang="en-US" altLang="zh-CN" b="1" smtClean="0">
                <a:ea typeface="楷体_GB2312" pitchFamily="49" charset="-122"/>
              </a:rPr>
              <a:t>Ⅱ</a:t>
            </a:r>
            <a:r>
              <a:rPr lang="zh-CN" altLang="zh-CN" b="1" smtClean="0">
                <a:ea typeface="楷体_GB2312" pitchFamily="49" charset="-122"/>
              </a:rPr>
              <a:t>卷</a:t>
            </a:r>
            <a:r>
              <a:rPr lang="en-US" altLang="zh-CN" b="1" smtClean="0"/>
              <a:t>)</a:t>
            </a:r>
            <a:r>
              <a:rPr lang="zh-CN" altLang="zh-CN" smtClean="0"/>
              <a:t>已知</a:t>
            </a:r>
            <a:r>
              <a:rPr lang="en-US" altLang="zh-CN" i="1" smtClean="0"/>
              <a:t>z</a:t>
            </a:r>
            <a:r>
              <a:rPr lang="zh-CN" altLang="zh-CN" smtClean="0"/>
              <a:t>＝－</a:t>
            </a:r>
            <a:r>
              <a:rPr lang="en-US" altLang="zh-CN" smtClean="0"/>
              <a:t>1</a:t>
            </a:r>
            <a:r>
              <a:rPr lang="zh-CN" altLang="zh-CN" smtClean="0"/>
              <a:t>－</a:t>
            </a:r>
            <a:r>
              <a:rPr lang="en-US" altLang="zh-CN" err="1" smtClean="0"/>
              <a:t>i</a:t>
            </a:r>
            <a:r>
              <a:rPr lang="zh-CN" altLang="zh-CN" smtClean="0"/>
              <a:t>，则</a:t>
            </a:r>
            <a:r>
              <a:rPr lang="en-US" altLang="zh-CN" smtClean="0"/>
              <a:t>|</a:t>
            </a:r>
            <a:r>
              <a:rPr lang="en-US" altLang="zh-CN" i="1" smtClean="0"/>
              <a:t>z</a:t>
            </a:r>
            <a:r>
              <a:rPr lang="en-US" altLang="zh-CN" smtClean="0"/>
              <a:t>|</a:t>
            </a:r>
            <a:r>
              <a:rPr lang="zh-CN" altLang="zh-CN" smtClean="0"/>
              <a:t>＝</a:t>
            </a:r>
            <a:r>
              <a:rPr lang="en-US" altLang="zh-CN" smtClean="0"/>
              <a:t>(</a:t>
            </a:r>
            <a:r>
              <a:rPr lang="zh-CN" altLang="zh-CN" smtClean="0"/>
              <a:t>　　</a:t>
            </a:r>
            <a:r>
              <a:rPr lang="en-US" altLang="zh-CN" smtClean="0"/>
              <a:t>)</a:t>
            </a:r>
            <a:endParaRPr lang="zh-CN" altLang="zh-CN" smtClean="0"/>
          </a:p>
          <a:p>
            <a:r>
              <a:rPr lang="en-US" altLang="zh-CN" smtClean="0"/>
              <a:t>A</a:t>
            </a:r>
            <a:r>
              <a:rPr lang="zh-CN" altLang="zh-CN" smtClean="0"/>
              <a:t>．</a:t>
            </a:r>
            <a:r>
              <a:rPr lang="en-US" altLang="zh-CN" smtClean="0"/>
              <a:t>0  	B</a:t>
            </a:r>
            <a:r>
              <a:rPr lang="zh-CN" altLang="zh-CN" smtClean="0"/>
              <a:t>．</a:t>
            </a:r>
            <a:r>
              <a:rPr lang="en-US" altLang="zh-CN" smtClean="0"/>
              <a:t>1  </a:t>
            </a:r>
            <a:endParaRPr lang="zh-CN" altLang="zh-CN" smtClean="0"/>
          </a:p>
          <a:p>
            <a:r>
              <a:rPr lang="en-US" altLang="zh-CN" smtClean="0"/>
              <a:t>C</a:t>
            </a:r>
            <a:r>
              <a:rPr lang="zh-CN" altLang="zh-CN" smtClean="0"/>
              <a:t>．</a:t>
            </a:r>
            <a:r>
              <a:rPr lang="en-US" altLang="zh-CN" smtClean="0"/>
              <a:t>  	D</a:t>
            </a:r>
            <a:r>
              <a:rPr lang="zh-CN" altLang="zh-CN" smtClean="0"/>
              <a:t>．</a:t>
            </a:r>
            <a:r>
              <a:rPr lang="en-US" altLang="zh-CN" smtClean="0"/>
              <a:t>2</a:t>
            </a:r>
            <a:endParaRPr lang="zh-CN" altLang="zh-CN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575964" y="4389859"/>
          <a:ext cx="1099185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Microsoft Word 97-2003" r:id="rId8" imgW="10992485" imgH="697865" progId="Word.Document.8">
                  <p:embed/>
                </p:oleObj>
              </mc:Choice>
              <mc:Fallback>
                <p:oleObj name="Microsoft Word 97-2003" r:id="rId8" imgW="10992485" imgH="69786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5964" y="4389859"/>
                        <a:ext cx="10991850" cy="695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4646" y="3645024"/>
            <a:ext cx="719137" cy="6016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Picture 2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 bwMode="auto">
          <a:xfrm>
            <a:off x="11796538" y="2780928"/>
            <a:ext cx="292620" cy="720000"/>
          </a:xfrm>
          <a:prstGeom prst="rect">
            <a:avLst/>
          </a:prstGeom>
          <a:noFill/>
        </p:spPr>
      </p:pic>
      <p:pic>
        <p:nvPicPr>
          <p:cNvPr id="14" name="Picture 5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 bwMode="auto">
          <a:xfrm>
            <a:off x="11796538" y="3573016"/>
            <a:ext cx="292620" cy="720000"/>
          </a:xfrm>
          <a:prstGeom prst="rect">
            <a:avLst/>
          </a:prstGeom>
          <a:noFill/>
        </p:spPr>
      </p:pic>
    </p:spTree>
    <p:custDataLst>
      <p:tags r:id="rId1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7" name="Freeform 5"/>
          <p:cNvSpPr>
            <a:spLocks noChangeAspect="1"/>
          </p:cNvSpPr>
          <p:nvPr>
            <p:custDataLst>
              <p:tags r:id="rId2"/>
            </p:custDataLst>
          </p:nvPr>
        </p:nvSpPr>
        <p:spPr bwMode="auto">
          <a:xfrm>
            <a:off x="314789" y="89033"/>
            <a:ext cx="526167" cy="528000"/>
          </a:xfrm>
          <a:custGeom>
            <a:avLst/>
            <a:gdLst>
              <a:gd name="T0" fmla="*/ 453 w 638"/>
              <a:gd name="T1" fmla="*/ 529 h 638"/>
              <a:gd name="T2" fmla="*/ 79 w 638"/>
              <a:gd name="T3" fmla="*/ 529 h 638"/>
              <a:gd name="T4" fmla="*/ 25 w 638"/>
              <a:gd name="T5" fmla="*/ 584 h 638"/>
              <a:gd name="T6" fmla="*/ 79 w 638"/>
              <a:gd name="T7" fmla="*/ 638 h 638"/>
              <a:gd name="T8" fmla="*/ 583 w 638"/>
              <a:gd name="T9" fmla="*/ 638 h 638"/>
              <a:gd name="T10" fmla="*/ 585 w 638"/>
              <a:gd name="T11" fmla="*/ 638 h 638"/>
              <a:gd name="T12" fmla="*/ 586 w 638"/>
              <a:gd name="T13" fmla="*/ 638 h 638"/>
              <a:gd name="T14" fmla="*/ 622 w 638"/>
              <a:gd name="T15" fmla="*/ 622 h 638"/>
              <a:gd name="T16" fmla="*/ 638 w 638"/>
              <a:gd name="T17" fmla="*/ 585 h 638"/>
              <a:gd name="T18" fmla="*/ 638 w 638"/>
              <a:gd name="T19" fmla="*/ 583 h 638"/>
              <a:gd name="T20" fmla="*/ 638 w 638"/>
              <a:gd name="T21" fmla="*/ 79 h 638"/>
              <a:gd name="T22" fmla="*/ 584 w 638"/>
              <a:gd name="T23" fmla="*/ 25 h 638"/>
              <a:gd name="T24" fmla="*/ 529 w 638"/>
              <a:gd name="T25" fmla="*/ 79 h 638"/>
              <a:gd name="T26" fmla="*/ 529 w 638"/>
              <a:gd name="T27" fmla="*/ 453 h 638"/>
              <a:gd name="T28" fmla="*/ 97 w 638"/>
              <a:gd name="T29" fmla="*/ 21 h 638"/>
              <a:gd name="T30" fmla="*/ 21 w 638"/>
              <a:gd name="T31" fmla="*/ 21 h 638"/>
              <a:gd name="T32" fmla="*/ 21 w 638"/>
              <a:gd name="T33" fmla="*/ 97 h 638"/>
              <a:gd name="T34" fmla="*/ 453 w 638"/>
              <a:gd name="T35" fmla="*/ 529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38" h="638">
                <a:moveTo>
                  <a:pt x="453" y="529"/>
                </a:moveTo>
                <a:lnTo>
                  <a:pt x="79" y="529"/>
                </a:lnTo>
                <a:cubicBezTo>
                  <a:pt x="50" y="529"/>
                  <a:pt x="25" y="554"/>
                  <a:pt x="25" y="584"/>
                </a:cubicBezTo>
                <a:cubicBezTo>
                  <a:pt x="25" y="613"/>
                  <a:pt x="50" y="638"/>
                  <a:pt x="79" y="638"/>
                </a:cubicBezTo>
                <a:lnTo>
                  <a:pt x="583" y="638"/>
                </a:lnTo>
                <a:lnTo>
                  <a:pt x="585" y="638"/>
                </a:lnTo>
                <a:lnTo>
                  <a:pt x="586" y="638"/>
                </a:lnTo>
                <a:cubicBezTo>
                  <a:pt x="600" y="637"/>
                  <a:pt x="612" y="631"/>
                  <a:pt x="622" y="622"/>
                </a:cubicBezTo>
                <a:cubicBezTo>
                  <a:pt x="632" y="612"/>
                  <a:pt x="637" y="599"/>
                  <a:pt x="638" y="585"/>
                </a:cubicBezTo>
                <a:lnTo>
                  <a:pt x="638" y="583"/>
                </a:lnTo>
                <a:lnTo>
                  <a:pt x="638" y="79"/>
                </a:lnTo>
                <a:cubicBezTo>
                  <a:pt x="638" y="50"/>
                  <a:pt x="613" y="25"/>
                  <a:pt x="584" y="25"/>
                </a:cubicBezTo>
                <a:cubicBezTo>
                  <a:pt x="554" y="25"/>
                  <a:pt x="529" y="50"/>
                  <a:pt x="529" y="79"/>
                </a:cubicBezTo>
                <a:lnTo>
                  <a:pt x="529" y="453"/>
                </a:lnTo>
                <a:lnTo>
                  <a:pt x="97" y="21"/>
                </a:lnTo>
                <a:cubicBezTo>
                  <a:pt x="76" y="0"/>
                  <a:pt x="42" y="0"/>
                  <a:pt x="21" y="21"/>
                </a:cubicBezTo>
                <a:cubicBezTo>
                  <a:pt x="0" y="42"/>
                  <a:pt x="0" y="76"/>
                  <a:pt x="21" y="97"/>
                </a:cubicBezTo>
                <a:lnTo>
                  <a:pt x="453" y="529"/>
                </a:lnTo>
                <a:close/>
              </a:path>
            </a:pathLst>
          </a:custGeom>
          <a:solidFill>
            <a:srgbClr val="00C0D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3200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8" name="TextBox 4"/>
          <p:cNvSpPr txBox="1"/>
          <p:nvPr>
            <p:custDataLst>
              <p:tags r:id="rId3"/>
            </p:custDataLst>
          </p:nvPr>
        </p:nvSpPr>
        <p:spPr>
          <a:xfrm>
            <a:off x="909903" y="97328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cs typeface="+mn-ea"/>
                <a:sym typeface="+mn-lt"/>
              </a:rPr>
              <a:t>学以致用</a:t>
            </a:r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746" y="5958116"/>
            <a:ext cx="1407143" cy="900000"/>
          </a:xfrm>
          <a:prstGeom prst="rect">
            <a:avLst/>
          </a:prstGeom>
        </p:spPr>
      </p:pic>
      <p:graphicFrame>
        <p:nvGraphicFramePr>
          <p:cNvPr id="19" name="Object 2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650304" y="1152153"/>
          <a:ext cx="10877550" cy="311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Microsoft Word 97-2003" r:id="rId7" imgW="10881360" imgH="3128645" progId="Word.Document.8">
                  <p:embed/>
                </p:oleObj>
              </mc:Choice>
              <mc:Fallback>
                <p:oleObj name="Microsoft Word 97-2003" r:id="rId7" imgW="10881360" imgH="312864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0304" y="1152153"/>
                        <a:ext cx="10877550" cy="311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"/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647972" y="4178399"/>
          <a:ext cx="10991850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Microsoft Word 97-2003" r:id="rId10" imgW="10992485" imgH="1269365" progId="Word.Document.8">
                  <p:embed/>
                </p:oleObj>
              </mc:Choice>
              <mc:Fallback>
                <p:oleObj name="Microsoft Word 97-2003" r:id="rId10" imgW="10992485" imgH="126936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47972" y="4178399"/>
                        <a:ext cx="10991850" cy="1266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0344" y="1800225"/>
            <a:ext cx="719137" cy="6016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" name="Picture 2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 bwMode="auto">
          <a:xfrm>
            <a:off x="11796538" y="2780928"/>
            <a:ext cx="292620" cy="720000"/>
          </a:xfrm>
          <a:prstGeom prst="rect">
            <a:avLst/>
          </a:prstGeom>
          <a:noFill/>
        </p:spPr>
      </p:pic>
      <p:pic>
        <p:nvPicPr>
          <p:cNvPr id="24" name="Picture 5"/>
          <p:cNvPicPr>
            <a:picLocks noChangeAspect="1" noChangeArrowheads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 bwMode="auto">
          <a:xfrm>
            <a:off x="11796538" y="3573016"/>
            <a:ext cx="292620" cy="720000"/>
          </a:xfrm>
          <a:prstGeom prst="rect">
            <a:avLst/>
          </a:prstGeom>
          <a:noFill/>
        </p:spPr>
      </p:pic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7" name="Freeform 5"/>
          <p:cNvSpPr>
            <a:spLocks noChangeAspect="1"/>
          </p:cNvSpPr>
          <p:nvPr>
            <p:custDataLst>
              <p:tags r:id="rId2"/>
            </p:custDataLst>
          </p:nvPr>
        </p:nvSpPr>
        <p:spPr bwMode="auto">
          <a:xfrm>
            <a:off x="314789" y="89033"/>
            <a:ext cx="526167" cy="528000"/>
          </a:xfrm>
          <a:custGeom>
            <a:avLst/>
            <a:gdLst>
              <a:gd name="T0" fmla="*/ 453 w 638"/>
              <a:gd name="T1" fmla="*/ 529 h 638"/>
              <a:gd name="T2" fmla="*/ 79 w 638"/>
              <a:gd name="T3" fmla="*/ 529 h 638"/>
              <a:gd name="T4" fmla="*/ 25 w 638"/>
              <a:gd name="T5" fmla="*/ 584 h 638"/>
              <a:gd name="T6" fmla="*/ 79 w 638"/>
              <a:gd name="T7" fmla="*/ 638 h 638"/>
              <a:gd name="T8" fmla="*/ 583 w 638"/>
              <a:gd name="T9" fmla="*/ 638 h 638"/>
              <a:gd name="T10" fmla="*/ 585 w 638"/>
              <a:gd name="T11" fmla="*/ 638 h 638"/>
              <a:gd name="T12" fmla="*/ 586 w 638"/>
              <a:gd name="T13" fmla="*/ 638 h 638"/>
              <a:gd name="T14" fmla="*/ 622 w 638"/>
              <a:gd name="T15" fmla="*/ 622 h 638"/>
              <a:gd name="T16" fmla="*/ 638 w 638"/>
              <a:gd name="T17" fmla="*/ 585 h 638"/>
              <a:gd name="T18" fmla="*/ 638 w 638"/>
              <a:gd name="T19" fmla="*/ 583 h 638"/>
              <a:gd name="T20" fmla="*/ 638 w 638"/>
              <a:gd name="T21" fmla="*/ 79 h 638"/>
              <a:gd name="T22" fmla="*/ 584 w 638"/>
              <a:gd name="T23" fmla="*/ 25 h 638"/>
              <a:gd name="T24" fmla="*/ 529 w 638"/>
              <a:gd name="T25" fmla="*/ 79 h 638"/>
              <a:gd name="T26" fmla="*/ 529 w 638"/>
              <a:gd name="T27" fmla="*/ 453 h 638"/>
              <a:gd name="T28" fmla="*/ 97 w 638"/>
              <a:gd name="T29" fmla="*/ 21 h 638"/>
              <a:gd name="T30" fmla="*/ 21 w 638"/>
              <a:gd name="T31" fmla="*/ 21 h 638"/>
              <a:gd name="T32" fmla="*/ 21 w 638"/>
              <a:gd name="T33" fmla="*/ 97 h 638"/>
              <a:gd name="T34" fmla="*/ 453 w 638"/>
              <a:gd name="T35" fmla="*/ 529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38" h="638">
                <a:moveTo>
                  <a:pt x="453" y="529"/>
                </a:moveTo>
                <a:lnTo>
                  <a:pt x="79" y="529"/>
                </a:lnTo>
                <a:cubicBezTo>
                  <a:pt x="50" y="529"/>
                  <a:pt x="25" y="554"/>
                  <a:pt x="25" y="584"/>
                </a:cubicBezTo>
                <a:cubicBezTo>
                  <a:pt x="25" y="613"/>
                  <a:pt x="50" y="638"/>
                  <a:pt x="79" y="638"/>
                </a:cubicBezTo>
                <a:lnTo>
                  <a:pt x="583" y="638"/>
                </a:lnTo>
                <a:lnTo>
                  <a:pt x="585" y="638"/>
                </a:lnTo>
                <a:lnTo>
                  <a:pt x="586" y="638"/>
                </a:lnTo>
                <a:cubicBezTo>
                  <a:pt x="600" y="637"/>
                  <a:pt x="612" y="631"/>
                  <a:pt x="622" y="622"/>
                </a:cubicBezTo>
                <a:cubicBezTo>
                  <a:pt x="632" y="612"/>
                  <a:pt x="637" y="599"/>
                  <a:pt x="638" y="585"/>
                </a:cubicBezTo>
                <a:lnTo>
                  <a:pt x="638" y="583"/>
                </a:lnTo>
                <a:lnTo>
                  <a:pt x="638" y="79"/>
                </a:lnTo>
                <a:cubicBezTo>
                  <a:pt x="638" y="50"/>
                  <a:pt x="613" y="25"/>
                  <a:pt x="584" y="25"/>
                </a:cubicBezTo>
                <a:cubicBezTo>
                  <a:pt x="554" y="25"/>
                  <a:pt x="529" y="50"/>
                  <a:pt x="529" y="79"/>
                </a:cubicBezTo>
                <a:lnTo>
                  <a:pt x="529" y="453"/>
                </a:lnTo>
                <a:lnTo>
                  <a:pt x="97" y="21"/>
                </a:lnTo>
                <a:cubicBezTo>
                  <a:pt x="76" y="0"/>
                  <a:pt x="42" y="0"/>
                  <a:pt x="21" y="21"/>
                </a:cubicBezTo>
                <a:cubicBezTo>
                  <a:pt x="0" y="42"/>
                  <a:pt x="0" y="76"/>
                  <a:pt x="21" y="97"/>
                </a:cubicBezTo>
                <a:lnTo>
                  <a:pt x="453" y="529"/>
                </a:lnTo>
                <a:close/>
              </a:path>
            </a:pathLst>
          </a:custGeom>
          <a:solidFill>
            <a:srgbClr val="00C0D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3200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8" name="TextBox 4"/>
          <p:cNvSpPr txBox="1"/>
          <p:nvPr>
            <p:custDataLst>
              <p:tags r:id="rId3"/>
            </p:custDataLst>
          </p:nvPr>
        </p:nvSpPr>
        <p:spPr>
          <a:xfrm>
            <a:off x="909903" y="97328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cs typeface="+mn-ea"/>
                <a:sym typeface="+mn-lt"/>
              </a:rPr>
              <a:t>学以致用</a:t>
            </a:r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746" y="5958116"/>
            <a:ext cx="1407143" cy="900000"/>
          </a:xfrm>
          <a:prstGeom prst="rect">
            <a:avLst/>
          </a:prstGeom>
        </p:spPr>
      </p:pic>
      <p:graphicFrame>
        <p:nvGraphicFramePr>
          <p:cNvPr id="19" name="Object 2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619125" y="1370434"/>
          <a:ext cx="10877550" cy="241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Microsoft Word 97-2003" r:id="rId7" imgW="10881360" imgH="2424430" progId="Word.Document.8">
                  <p:embed/>
                </p:oleObj>
              </mc:Choice>
              <mc:Fallback>
                <p:oleObj name="Microsoft Word 97-2003" r:id="rId7" imgW="10881360" imgH="242443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9125" y="1370434"/>
                        <a:ext cx="10877550" cy="2419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"/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552450" y="3818359"/>
          <a:ext cx="10877550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Microsoft Word 97-2003" r:id="rId10" imgW="10992485" imgH="1281430" progId="Word.Document.8">
                  <p:embed/>
                </p:oleObj>
              </mc:Choice>
              <mc:Fallback>
                <p:oleObj name="Microsoft Word 97-2003" r:id="rId10" imgW="10992485" imgH="128143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52450" y="3818359"/>
                        <a:ext cx="10877550" cy="1266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2638" y="2522215"/>
            <a:ext cx="719137" cy="6016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" name="Picture 2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 bwMode="auto">
          <a:xfrm>
            <a:off x="11796538" y="2780928"/>
            <a:ext cx="292620" cy="720000"/>
          </a:xfrm>
          <a:prstGeom prst="rect">
            <a:avLst/>
          </a:prstGeom>
          <a:noFill/>
        </p:spPr>
      </p:pic>
      <p:pic>
        <p:nvPicPr>
          <p:cNvPr id="24" name="Picture 5"/>
          <p:cNvPicPr>
            <a:picLocks noChangeAspect="1" noChangeArrowheads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 bwMode="auto">
          <a:xfrm>
            <a:off x="11796538" y="3573016"/>
            <a:ext cx="292620" cy="720000"/>
          </a:xfrm>
          <a:prstGeom prst="rect">
            <a:avLst/>
          </a:prstGeom>
          <a:noFill/>
        </p:spPr>
      </p:pic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7" name="Freeform 5"/>
          <p:cNvSpPr>
            <a:spLocks noChangeAspect="1"/>
          </p:cNvSpPr>
          <p:nvPr>
            <p:custDataLst>
              <p:tags r:id="rId2"/>
            </p:custDataLst>
          </p:nvPr>
        </p:nvSpPr>
        <p:spPr bwMode="auto">
          <a:xfrm>
            <a:off x="314789" y="89033"/>
            <a:ext cx="526167" cy="528000"/>
          </a:xfrm>
          <a:custGeom>
            <a:avLst/>
            <a:gdLst>
              <a:gd name="T0" fmla="*/ 453 w 638"/>
              <a:gd name="T1" fmla="*/ 529 h 638"/>
              <a:gd name="T2" fmla="*/ 79 w 638"/>
              <a:gd name="T3" fmla="*/ 529 h 638"/>
              <a:gd name="T4" fmla="*/ 25 w 638"/>
              <a:gd name="T5" fmla="*/ 584 h 638"/>
              <a:gd name="T6" fmla="*/ 79 w 638"/>
              <a:gd name="T7" fmla="*/ 638 h 638"/>
              <a:gd name="T8" fmla="*/ 583 w 638"/>
              <a:gd name="T9" fmla="*/ 638 h 638"/>
              <a:gd name="T10" fmla="*/ 585 w 638"/>
              <a:gd name="T11" fmla="*/ 638 h 638"/>
              <a:gd name="T12" fmla="*/ 586 w 638"/>
              <a:gd name="T13" fmla="*/ 638 h 638"/>
              <a:gd name="T14" fmla="*/ 622 w 638"/>
              <a:gd name="T15" fmla="*/ 622 h 638"/>
              <a:gd name="T16" fmla="*/ 638 w 638"/>
              <a:gd name="T17" fmla="*/ 585 h 638"/>
              <a:gd name="T18" fmla="*/ 638 w 638"/>
              <a:gd name="T19" fmla="*/ 583 h 638"/>
              <a:gd name="T20" fmla="*/ 638 w 638"/>
              <a:gd name="T21" fmla="*/ 79 h 638"/>
              <a:gd name="T22" fmla="*/ 584 w 638"/>
              <a:gd name="T23" fmla="*/ 25 h 638"/>
              <a:gd name="T24" fmla="*/ 529 w 638"/>
              <a:gd name="T25" fmla="*/ 79 h 638"/>
              <a:gd name="T26" fmla="*/ 529 w 638"/>
              <a:gd name="T27" fmla="*/ 453 h 638"/>
              <a:gd name="T28" fmla="*/ 97 w 638"/>
              <a:gd name="T29" fmla="*/ 21 h 638"/>
              <a:gd name="T30" fmla="*/ 21 w 638"/>
              <a:gd name="T31" fmla="*/ 21 h 638"/>
              <a:gd name="T32" fmla="*/ 21 w 638"/>
              <a:gd name="T33" fmla="*/ 97 h 638"/>
              <a:gd name="T34" fmla="*/ 453 w 638"/>
              <a:gd name="T35" fmla="*/ 529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38" h="638">
                <a:moveTo>
                  <a:pt x="453" y="529"/>
                </a:moveTo>
                <a:lnTo>
                  <a:pt x="79" y="529"/>
                </a:lnTo>
                <a:cubicBezTo>
                  <a:pt x="50" y="529"/>
                  <a:pt x="25" y="554"/>
                  <a:pt x="25" y="584"/>
                </a:cubicBezTo>
                <a:cubicBezTo>
                  <a:pt x="25" y="613"/>
                  <a:pt x="50" y="638"/>
                  <a:pt x="79" y="638"/>
                </a:cubicBezTo>
                <a:lnTo>
                  <a:pt x="583" y="638"/>
                </a:lnTo>
                <a:lnTo>
                  <a:pt x="585" y="638"/>
                </a:lnTo>
                <a:lnTo>
                  <a:pt x="586" y="638"/>
                </a:lnTo>
                <a:cubicBezTo>
                  <a:pt x="600" y="637"/>
                  <a:pt x="612" y="631"/>
                  <a:pt x="622" y="622"/>
                </a:cubicBezTo>
                <a:cubicBezTo>
                  <a:pt x="632" y="612"/>
                  <a:pt x="637" y="599"/>
                  <a:pt x="638" y="585"/>
                </a:cubicBezTo>
                <a:lnTo>
                  <a:pt x="638" y="583"/>
                </a:lnTo>
                <a:lnTo>
                  <a:pt x="638" y="79"/>
                </a:lnTo>
                <a:cubicBezTo>
                  <a:pt x="638" y="50"/>
                  <a:pt x="613" y="25"/>
                  <a:pt x="584" y="25"/>
                </a:cubicBezTo>
                <a:cubicBezTo>
                  <a:pt x="554" y="25"/>
                  <a:pt x="529" y="50"/>
                  <a:pt x="529" y="79"/>
                </a:cubicBezTo>
                <a:lnTo>
                  <a:pt x="529" y="453"/>
                </a:lnTo>
                <a:lnTo>
                  <a:pt x="97" y="21"/>
                </a:lnTo>
                <a:cubicBezTo>
                  <a:pt x="76" y="0"/>
                  <a:pt x="42" y="0"/>
                  <a:pt x="21" y="21"/>
                </a:cubicBezTo>
                <a:cubicBezTo>
                  <a:pt x="0" y="42"/>
                  <a:pt x="0" y="76"/>
                  <a:pt x="21" y="97"/>
                </a:cubicBezTo>
                <a:lnTo>
                  <a:pt x="453" y="529"/>
                </a:lnTo>
                <a:close/>
              </a:path>
            </a:pathLst>
          </a:custGeom>
          <a:solidFill>
            <a:srgbClr val="00C0D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3200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8" name="TextBox 4"/>
          <p:cNvSpPr txBox="1"/>
          <p:nvPr>
            <p:custDataLst>
              <p:tags r:id="rId3"/>
            </p:custDataLst>
          </p:nvPr>
        </p:nvSpPr>
        <p:spPr>
          <a:xfrm>
            <a:off x="909903" y="97328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cs typeface="+mn-ea"/>
                <a:sym typeface="+mn-lt"/>
              </a:rPr>
              <a:t>学以致用</a:t>
            </a:r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746" y="5958116"/>
            <a:ext cx="1407143" cy="900000"/>
          </a:xfrm>
          <a:prstGeom prst="rect">
            <a:avLst/>
          </a:prstGeom>
        </p:spPr>
      </p:pic>
      <p:graphicFrame>
        <p:nvGraphicFramePr>
          <p:cNvPr id="19" name="Object 2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546248" y="1052736"/>
          <a:ext cx="10877550" cy="261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Microsoft Word 97-2003" r:id="rId7" imgW="10881360" imgH="2624455" progId="Word.Document.8">
                  <p:embed/>
                </p:oleObj>
              </mc:Choice>
              <mc:Fallback>
                <p:oleObj name="Microsoft Word 97-2003" r:id="rId7" imgW="10881360" imgH="262445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6248" y="1052736"/>
                        <a:ext cx="10877550" cy="2619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"/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546248" y="3717032"/>
          <a:ext cx="10877550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Microsoft Word 97-2003" r:id="rId10" imgW="10992485" imgH="2043430" progId="Word.Document.8">
                  <p:embed/>
                </p:oleObj>
              </mc:Choice>
              <mc:Fallback>
                <p:oleObj name="Microsoft Word 97-2003" r:id="rId10" imgW="10992485" imgH="204343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46248" y="3717032"/>
                        <a:ext cx="10877550" cy="2019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630" y="2420888"/>
            <a:ext cx="719137" cy="6016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" name="Picture 2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 bwMode="auto">
          <a:xfrm>
            <a:off x="11796538" y="2780928"/>
            <a:ext cx="292620" cy="720000"/>
          </a:xfrm>
          <a:prstGeom prst="rect">
            <a:avLst/>
          </a:prstGeom>
          <a:noFill/>
        </p:spPr>
      </p:pic>
      <p:pic>
        <p:nvPicPr>
          <p:cNvPr id="24" name="Picture 5"/>
          <p:cNvPicPr>
            <a:picLocks noChangeAspect="1" noChangeArrowheads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 bwMode="auto">
          <a:xfrm>
            <a:off x="11796538" y="3573016"/>
            <a:ext cx="292620" cy="720000"/>
          </a:xfrm>
          <a:prstGeom prst="rect">
            <a:avLst/>
          </a:prstGeom>
          <a:noFill/>
        </p:spPr>
      </p:pic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7" name="Freeform 5"/>
          <p:cNvSpPr>
            <a:spLocks noChangeAspect="1"/>
          </p:cNvSpPr>
          <p:nvPr>
            <p:custDataLst>
              <p:tags r:id="rId2"/>
            </p:custDataLst>
          </p:nvPr>
        </p:nvSpPr>
        <p:spPr bwMode="auto">
          <a:xfrm>
            <a:off x="314789" y="89033"/>
            <a:ext cx="526167" cy="528000"/>
          </a:xfrm>
          <a:custGeom>
            <a:avLst/>
            <a:gdLst>
              <a:gd name="T0" fmla="*/ 453 w 638"/>
              <a:gd name="T1" fmla="*/ 529 h 638"/>
              <a:gd name="T2" fmla="*/ 79 w 638"/>
              <a:gd name="T3" fmla="*/ 529 h 638"/>
              <a:gd name="T4" fmla="*/ 25 w 638"/>
              <a:gd name="T5" fmla="*/ 584 h 638"/>
              <a:gd name="T6" fmla="*/ 79 w 638"/>
              <a:gd name="T7" fmla="*/ 638 h 638"/>
              <a:gd name="T8" fmla="*/ 583 w 638"/>
              <a:gd name="T9" fmla="*/ 638 h 638"/>
              <a:gd name="T10" fmla="*/ 585 w 638"/>
              <a:gd name="T11" fmla="*/ 638 h 638"/>
              <a:gd name="T12" fmla="*/ 586 w 638"/>
              <a:gd name="T13" fmla="*/ 638 h 638"/>
              <a:gd name="T14" fmla="*/ 622 w 638"/>
              <a:gd name="T15" fmla="*/ 622 h 638"/>
              <a:gd name="T16" fmla="*/ 638 w 638"/>
              <a:gd name="T17" fmla="*/ 585 h 638"/>
              <a:gd name="T18" fmla="*/ 638 w 638"/>
              <a:gd name="T19" fmla="*/ 583 h 638"/>
              <a:gd name="T20" fmla="*/ 638 w 638"/>
              <a:gd name="T21" fmla="*/ 79 h 638"/>
              <a:gd name="T22" fmla="*/ 584 w 638"/>
              <a:gd name="T23" fmla="*/ 25 h 638"/>
              <a:gd name="T24" fmla="*/ 529 w 638"/>
              <a:gd name="T25" fmla="*/ 79 h 638"/>
              <a:gd name="T26" fmla="*/ 529 w 638"/>
              <a:gd name="T27" fmla="*/ 453 h 638"/>
              <a:gd name="T28" fmla="*/ 97 w 638"/>
              <a:gd name="T29" fmla="*/ 21 h 638"/>
              <a:gd name="T30" fmla="*/ 21 w 638"/>
              <a:gd name="T31" fmla="*/ 21 h 638"/>
              <a:gd name="T32" fmla="*/ 21 w 638"/>
              <a:gd name="T33" fmla="*/ 97 h 638"/>
              <a:gd name="T34" fmla="*/ 453 w 638"/>
              <a:gd name="T35" fmla="*/ 529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38" h="638">
                <a:moveTo>
                  <a:pt x="453" y="529"/>
                </a:moveTo>
                <a:lnTo>
                  <a:pt x="79" y="529"/>
                </a:lnTo>
                <a:cubicBezTo>
                  <a:pt x="50" y="529"/>
                  <a:pt x="25" y="554"/>
                  <a:pt x="25" y="584"/>
                </a:cubicBezTo>
                <a:cubicBezTo>
                  <a:pt x="25" y="613"/>
                  <a:pt x="50" y="638"/>
                  <a:pt x="79" y="638"/>
                </a:cubicBezTo>
                <a:lnTo>
                  <a:pt x="583" y="638"/>
                </a:lnTo>
                <a:lnTo>
                  <a:pt x="585" y="638"/>
                </a:lnTo>
                <a:lnTo>
                  <a:pt x="586" y="638"/>
                </a:lnTo>
                <a:cubicBezTo>
                  <a:pt x="600" y="637"/>
                  <a:pt x="612" y="631"/>
                  <a:pt x="622" y="622"/>
                </a:cubicBezTo>
                <a:cubicBezTo>
                  <a:pt x="632" y="612"/>
                  <a:pt x="637" y="599"/>
                  <a:pt x="638" y="585"/>
                </a:cubicBezTo>
                <a:lnTo>
                  <a:pt x="638" y="583"/>
                </a:lnTo>
                <a:lnTo>
                  <a:pt x="638" y="79"/>
                </a:lnTo>
                <a:cubicBezTo>
                  <a:pt x="638" y="50"/>
                  <a:pt x="613" y="25"/>
                  <a:pt x="584" y="25"/>
                </a:cubicBezTo>
                <a:cubicBezTo>
                  <a:pt x="554" y="25"/>
                  <a:pt x="529" y="50"/>
                  <a:pt x="529" y="79"/>
                </a:cubicBezTo>
                <a:lnTo>
                  <a:pt x="529" y="453"/>
                </a:lnTo>
                <a:lnTo>
                  <a:pt x="97" y="21"/>
                </a:lnTo>
                <a:cubicBezTo>
                  <a:pt x="76" y="0"/>
                  <a:pt x="42" y="0"/>
                  <a:pt x="21" y="21"/>
                </a:cubicBezTo>
                <a:cubicBezTo>
                  <a:pt x="0" y="42"/>
                  <a:pt x="0" y="76"/>
                  <a:pt x="21" y="97"/>
                </a:cubicBezTo>
                <a:lnTo>
                  <a:pt x="453" y="529"/>
                </a:lnTo>
                <a:close/>
              </a:path>
            </a:pathLst>
          </a:custGeom>
          <a:solidFill>
            <a:srgbClr val="00C0D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3200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8" name="TextBox 4"/>
          <p:cNvSpPr txBox="1"/>
          <p:nvPr>
            <p:custDataLst>
              <p:tags r:id="rId3"/>
            </p:custDataLst>
          </p:nvPr>
        </p:nvSpPr>
        <p:spPr>
          <a:xfrm>
            <a:off x="909903" y="97328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cs typeface="+mn-ea"/>
                <a:sym typeface="+mn-lt"/>
              </a:rPr>
              <a:t>学以致用</a:t>
            </a:r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746" y="5958116"/>
            <a:ext cx="1407143" cy="900000"/>
          </a:xfrm>
          <a:prstGeom prst="rect">
            <a:avLst/>
          </a:prstGeom>
        </p:spPr>
      </p:pic>
      <p:graphicFrame>
        <p:nvGraphicFramePr>
          <p:cNvPr id="19" name="Object 2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552450" y="904875"/>
          <a:ext cx="10877550" cy="242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Microsoft Word 97-2003" r:id="rId7" imgW="10881360" imgH="2433955" progId="Word.Document.8">
                  <p:embed/>
                </p:oleObj>
              </mc:Choice>
              <mc:Fallback>
                <p:oleObj name="Microsoft Word 97-2003" r:id="rId7" imgW="10881360" imgH="243395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2450" y="904875"/>
                        <a:ext cx="10877550" cy="2428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"/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550590" y="3429000"/>
          <a:ext cx="10877550" cy="200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Microsoft Word 97-2003" r:id="rId10" imgW="10992485" imgH="2034540" progId="Word.Document.8">
                  <p:embed/>
                </p:oleObj>
              </mc:Choice>
              <mc:Fallback>
                <p:oleObj name="Microsoft Word 97-2003" r:id="rId10" imgW="10992485" imgH="203454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50590" y="3429000"/>
                        <a:ext cx="10877550" cy="2009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31110" y="2132856"/>
            <a:ext cx="719137" cy="6016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" name="Picture 2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 bwMode="auto">
          <a:xfrm>
            <a:off x="11796538" y="2780928"/>
            <a:ext cx="292620" cy="720000"/>
          </a:xfrm>
          <a:prstGeom prst="rect">
            <a:avLst/>
          </a:prstGeom>
          <a:noFill/>
        </p:spPr>
      </p:pic>
      <p:pic>
        <p:nvPicPr>
          <p:cNvPr id="24" name="Picture 5"/>
          <p:cNvPicPr>
            <a:picLocks noChangeAspect="1" noChangeArrowheads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 bwMode="auto">
          <a:xfrm>
            <a:off x="11796538" y="3573016"/>
            <a:ext cx="292620" cy="720000"/>
          </a:xfrm>
          <a:prstGeom prst="rect">
            <a:avLst/>
          </a:prstGeom>
          <a:noFill/>
        </p:spPr>
      </p:pic>
      <p:pic>
        <p:nvPicPr>
          <p:cNvPr id="11" name="Picture 4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630" y="2708920"/>
            <a:ext cx="719137" cy="6016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Picture 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03118" y="2708920"/>
            <a:ext cx="719137" cy="601662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7" name="Freeform 5"/>
          <p:cNvSpPr>
            <a:spLocks noChangeAspect="1"/>
          </p:cNvSpPr>
          <p:nvPr>
            <p:custDataLst>
              <p:tags r:id="rId2"/>
            </p:custDataLst>
          </p:nvPr>
        </p:nvSpPr>
        <p:spPr bwMode="auto">
          <a:xfrm>
            <a:off x="314789" y="89033"/>
            <a:ext cx="526167" cy="528000"/>
          </a:xfrm>
          <a:custGeom>
            <a:avLst/>
            <a:gdLst>
              <a:gd name="T0" fmla="*/ 453 w 638"/>
              <a:gd name="T1" fmla="*/ 529 h 638"/>
              <a:gd name="T2" fmla="*/ 79 w 638"/>
              <a:gd name="T3" fmla="*/ 529 h 638"/>
              <a:gd name="T4" fmla="*/ 25 w 638"/>
              <a:gd name="T5" fmla="*/ 584 h 638"/>
              <a:gd name="T6" fmla="*/ 79 w 638"/>
              <a:gd name="T7" fmla="*/ 638 h 638"/>
              <a:gd name="T8" fmla="*/ 583 w 638"/>
              <a:gd name="T9" fmla="*/ 638 h 638"/>
              <a:gd name="T10" fmla="*/ 585 w 638"/>
              <a:gd name="T11" fmla="*/ 638 h 638"/>
              <a:gd name="T12" fmla="*/ 586 w 638"/>
              <a:gd name="T13" fmla="*/ 638 h 638"/>
              <a:gd name="T14" fmla="*/ 622 w 638"/>
              <a:gd name="T15" fmla="*/ 622 h 638"/>
              <a:gd name="T16" fmla="*/ 638 w 638"/>
              <a:gd name="T17" fmla="*/ 585 h 638"/>
              <a:gd name="T18" fmla="*/ 638 w 638"/>
              <a:gd name="T19" fmla="*/ 583 h 638"/>
              <a:gd name="T20" fmla="*/ 638 w 638"/>
              <a:gd name="T21" fmla="*/ 79 h 638"/>
              <a:gd name="T22" fmla="*/ 584 w 638"/>
              <a:gd name="T23" fmla="*/ 25 h 638"/>
              <a:gd name="T24" fmla="*/ 529 w 638"/>
              <a:gd name="T25" fmla="*/ 79 h 638"/>
              <a:gd name="T26" fmla="*/ 529 w 638"/>
              <a:gd name="T27" fmla="*/ 453 h 638"/>
              <a:gd name="T28" fmla="*/ 97 w 638"/>
              <a:gd name="T29" fmla="*/ 21 h 638"/>
              <a:gd name="T30" fmla="*/ 21 w 638"/>
              <a:gd name="T31" fmla="*/ 21 h 638"/>
              <a:gd name="T32" fmla="*/ 21 w 638"/>
              <a:gd name="T33" fmla="*/ 97 h 638"/>
              <a:gd name="T34" fmla="*/ 453 w 638"/>
              <a:gd name="T35" fmla="*/ 529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38" h="638">
                <a:moveTo>
                  <a:pt x="453" y="529"/>
                </a:moveTo>
                <a:lnTo>
                  <a:pt x="79" y="529"/>
                </a:lnTo>
                <a:cubicBezTo>
                  <a:pt x="50" y="529"/>
                  <a:pt x="25" y="554"/>
                  <a:pt x="25" y="584"/>
                </a:cubicBezTo>
                <a:cubicBezTo>
                  <a:pt x="25" y="613"/>
                  <a:pt x="50" y="638"/>
                  <a:pt x="79" y="638"/>
                </a:cubicBezTo>
                <a:lnTo>
                  <a:pt x="583" y="638"/>
                </a:lnTo>
                <a:lnTo>
                  <a:pt x="585" y="638"/>
                </a:lnTo>
                <a:lnTo>
                  <a:pt x="586" y="638"/>
                </a:lnTo>
                <a:cubicBezTo>
                  <a:pt x="600" y="637"/>
                  <a:pt x="612" y="631"/>
                  <a:pt x="622" y="622"/>
                </a:cubicBezTo>
                <a:cubicBezTo>
                  <a:pt x="632" y="612"/>
                  <a:pt x="637" y="599"/>
                  <a:pt x="638" y="585"/>
                </a:cubicBezTo>
                <a:lnTo>
                  <a:pt x="638" y="583"/>
                </a:lnTo>
                <a:lnTo>
                  <a:pt x="638" y="79"/>
                </a:lnTo>
                <a:cubicBezTo>
                  <a:pt x="638" y="50"/>
                  <a:pt x="613" y="25"/>
                  <a:pt x="584" y="25"/>
                </a:cubicBezTo>
                <a:cubicBezTo>
                  <a:pt x="554" y="25"/>
                  <a:pt x="529" y="50"/>
                  <a:pt x="529" y="79"/>
                </a:cubicBezTo>
                <a:lnTo>
                  <a:pt x="529" y="453"/>
                </a:lnTo>
                <a:lnTo>
                  <a:pt x="97" y="21"/>
                </a:lnTo>
                <a:cubicBezTo>
                  <a:pt x="76" y="0"/>
                  <a:pt x="42" y="0"/>
                  <a:pt x="21" y="21"/>
                </a:cubicBezTo>
                <a:cubicBezTo>
                  <a:pt x="0" y="42"/>
                  <a:pt x="0" y="76"/>
                  <a:pt x="21" y="97"/>
                </a:cubicBezTo>
                <a:lnTo>
                  <a:pt x="453" y="529"/>
                </a:lnTo>
                <a:close/>
              </a:path>
            </a:pathLst>
          </a:custGeom>
          <a:solidFill>
            <a:srgbClr val="00C0D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3200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8" name="TextBox 4"/>
          <p:cNvSpPr txBox="1"/>
          <p:nvPr>
            <p:custDataLst>
              <p:tags r:id="rId3"/>
            </p:custDataLst>
          </p:nvPr>
        </p:nvSpPr>
        <p:spPr>
          <a:xfrm>
            <a:off x="909903" y="97328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cs typeface="+mn-ea"/>
                <a:sym typeface="+mn-lt"/>
              </a:rPr>
              <a:t>学以致用</a:t>
            </a:r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746" y="5958116"/>
            <a:ext cx="1407143" cy="900000"/>
          </a:xfrm>
          <a:prstGeom prst="rect">
            <a:avLst/>
          </a:prstGeom>
        </p:spPr>
      </p:pic>
      <p:graphicFrame>
        <p:nvGraphicFramePr>
          <p:cNvPr id="19" name="Object 2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694606" y="1609353"/>
          <a:ext cx="10877550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Microsoft Word 97-2003" r:id="rId7" imgW="10881360" imgH="2023745" progId="Word.Document.8">
                  <p:embed/>
                </p:oleObj>
              </mc:Choice>
              <mc:Fallback>
                <p:oleObj name="Microsoft Word 97-2003" r:id="rId7" imgW="10881360" imgH="202374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4606" y="1609353"/>
                        <a:ext cx="10877550" cy="2019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"/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619125" y="3699867"/>
          <a:ext cx="1099185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Microsoft Word 97-2003" r:id="rId10" imgW="10992485" imgH="1461770" progId="Word.Document.8">
                  <p:embed/>
                </p:oleObj>
              </mc:Choice>
              <mc:Fallback>
                <p:oleObj name="Microsoft Word 97-2003" r:id="rId10" imgW="10992485" imgH="146177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19125" y="3699867"/>
                        <a:ext cx="10991850" cy="1457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 bwMode="auto">
          <a:xfrm>
            <a:off x="11796538" y="2780928"/>
            <a:ext cx="292620" cy="720000"/>
          </a:xfrm>
          <a:prstGeom prst="rect">
            <a:avLst/>
          </a:prstGeom>
          <a:noFill/>
        </p:spPr>
      </p:pic>
      <p:pic>
        <p:nvPicPr>
          <p:cNvPr id="24" name="Picture 5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 bwMode="auto">
          <a:xfrm>
            <a:off x="11796538" y="3573016"/>
            <a:ext cx="292620" cy="720000"/>
          </a:xfrm>
          <a:prstGeom prst="rect">
            <a:avLst/>
          </a:prstGeom>
          <a:noFill/>
        </p:spPr>
      </p:pic>
      <p:sp>
        <p:nvSpPr>
          <p:cNvPr id="10" name="矩形 9"/>
          <p:cNvSpPr/>
          <p:nvPr>
            <p:custDataLst>
              <p:tags r:id="rId16"/>
            </p:custDataLst>
          </p:nvPr>
        </p:nvSpPr>
        <p:spPr>
          <a:xfrm>
            <a:off x="3214886" y="2977505"/>
            <a:ext cx="11929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smtClean="0"/>
              <a:t>－</a:t>
            </a:r>
            <a:r>
              <a:rPr lang="en-US" altLang="zh-CN" sz="2400" smtClean="0"/>
              <a:t>2</a:t>
            </a:r>
            <a:r>
              <a:rPr lang="zh-CN" altLang="zh-CN" sz="2400" smtClean="0"/>
              <a:t>－</a:t>
            </a:r>
            <a:r>
              <a:rPr lang="en-US" altLang="zh-CN" sz="2400" smtClean="0"/>
              <a:t>3i</a:t>
            </a:r>
            <a:endParaRPr lang="zh-CN" altLang="zh-CN" sz="2400"/>
          </a:p>
        </p:txBody>
      </p: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8" grpId="0"/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7" name="Freeform 5"/>
          <p:cNvSpPr>
            <a:spLocks noChangeAspect="1"/>
          </p:cNvSpPr>
          <p:nvPr>
            <p:custDataLst>
              <p:tags r:id="rId2"/>
            </p:custDataLst>
          </p:nvPr>
        </p:nvSpPr>
        <p:spPr bwMode="auto">
          <a:xfrm>
            <a:off x="314789" y="89033"/>
            <a:ext cx="526167" cy="528000"/>
          </a:xfrm>
          <a:custGeom>
            <a:avLst/>
            <a:gdLst>
              <a:gd name="T0" fmla="*/ 453 w 638"/>
              <a:gd name="T1" fmla="*/ 529 h 638"/>
              <a:gd name="T2" fmla="*/ 79 w 638"/>
              <a:gd name="T3" fmla="*/ 529 h 638"/>
              <a:gd name="T4" fmla="*/ 25 w 638"/>
              <a:gd name="T5" fmla="*/ 584 h 638"/>
              <a:gd name="T6" fmla="*/ 79 w 638"/>
              <a:gd name="T7" fmla="*/ 638 h 638"/>
              <a:gd name="T8" fmla="*/ 583 w 638"/>
              <a:gd name="T9" fmla="*/ 638 h 638"/>
              <a:gd name="T10" fmla="*/ 585 w 638"/>
              <a:gd name="T11" fmla="*/ 638 h 638"/>
              <a:gd name="T12" fmla="*/ 586 w 638"/>
              <a:gd name="T13" fmla="*/ 638 h 638"/>
              <a:gd name="T14" fmla="*/ 622 w 638"/>
              <a:gd name="T15" fmla="*/ 622 h 638"/>
              <a:gd name="T16" fmla="*/ 638 w 638"/>
              <a:gd name="T17" fmla="*/ 585 h 638"/>
              <a:gd name="T18" fmla="*/ 638 w 638"/>
              <a:gd name="T19" fmla="*/ 583 h 638"/>
              <a:gd name="T20" fmla="*/ 638 w 638"/>
              <a:gd name="T21" fmla="*/ 79 h 638"/>
              <a:gd name="T22" fmla="*/ 584 w 638"/>
              <a:gd name="T23" fmla="*/ 25 h 638"/>
              <a:gd name="T24" fmla="*/ 529 w 638"/>
              <a:gd name="T25" fmla="*/ 79 h 638"/>
              <a:gd name="T26" fmla="*/ 529 w 638"/>
              <a:gd name="T27" fmla="*/ 453 h 638"/>
              <a:gd name="T28" fmla="*/ 97 w 638"/>
              <a:gd name="T29" fmla="*/ 21 h 638"/>
              <a:gd name="T30" fmla="*/ 21 w 638"/>
              <a:gd name="T31" fmla="*/ 21 h 638"/>
              <a:gd name="T32" fmla="*/ 21 w 638"/>
              <a:gd name="T33" fmla="*/ 97 h 638"/>
              <a:gd name="T34" fmla="*/ 453 w 638"/>
              <a:gd name="T35" fmla="*/ 529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38" h="638">
                <a:moveTo>
                  <a:pt x="453" y="529"/>
                </a:moveTo>
                <a:lnTo>
                  <a:pt x="79" y="529"/>
                </a:lnTo>
                <a:cubicBezTo>
                  <a:pt x="50" y="529"/>
                  <a:pt x="25" y="554"/>
                  <a:pt x="25" y="584"/>
                </a:cubicBezTo>
                <a:cubicBezTo>
                  <a:pt x="25" y="613"/>
                  <a:pt x="50" y="638"/>
                  <a:pt x="79" y="638"/>
                </a:cubicBezTo>
                <a:lnTo>
                  <a:pt x="583" y="638"/>
                </a:lnTo>
                <a:lnTo>
                  <a:pt x="585" y="638"/>
                </a:lnTo>
                <a:lnTo>
                  <a:pt x="586" y="638"/>
                </a:lnTo>
                <a:cubicBezTo>
                  <a:pt x="600" y="637"/>
                  <a:pt x="612" y="631"/>
                  <a:pt x="622" y="622"/>
                </a:cubicBezTo>
                <a:cubicBezTo>
                  <a:pt x="632" y="612"/>
                  <a:pt x="637" y="599"/>
                  <a:pt x="638" y="585"/>
                </a:cubicBezTo>
                <a:lnTo>
                  <a:pt x="638" y="583"/>
                </a:lnTo>
                <a:lnTo>
                  <a:pt x="638" y="79"/>
                </a:lnTo>
                <a:cubicBezTo>
                  <a:pt x="638" y="50"/>
                  <a:pt x="613" y="25"/>
                  <a:pt x="584" y="25"/>
                </a:cubicBezTo>
                <a:cubicBezTo>
                  <a:pt x="554" y="25"/>
                  <a:pt x="529" y="50"/>
                  <a:pt x="529" y="79"/>
                </a:cubicBezTo>
                <a:lnTo>
                  <a:pt x="529" y="453"/>
                </a:lnTo>
                <a:lnTo>
                  <a:pt x="97" y="21"/>
                </a:lnTo>
                <a:cubicBezTo>
                  <a:pt x="76" y="0"/>
                  <a:pt x="42" y="0"/>
                  <a:pt x="21" y="21"/>
                </a:cubicBezTo>
                <a:cubicBezTo>
                  <a:pt x="0" y="42"/>
                  <a:pt x="0" y="76"/>
                  <a:pt x="21" y="97"/>
                </a:cubicBezTo>
                <a:lnTo>
                  <a:pt x="453" y="529"/>
                </a:lnTo>
                <a:close/>
              </a:path>
            </a:pathLst>
          </a:custGeom>
          <a:solidFill>
            <a:srgbClr val="00C0D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3200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8" name="TextBox 4"/>
          <p:cNvSpPr txBox="1"/>
          <p:nvPr>
            <p:custDataLst>
              <p:tags r:id="rId3"/>
            </p:custDataLst>
          </p:nvPr>
        </p:nvSpPr>
        <p:spPr>
          <a:xfrm>
            <a:off x="909903" y="97328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cs typeface="+mn-ea"/>
                <a:sym typeface="+mn-lt"/>
              </a:rPr>
              <a:t>学以致用</a:t>
            </a:r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746" y="5958116"/>
            <a:ext cx="1407143" cy="900000"/>
          </a:xfrm>
          <a:prstGeom prst="rect">
            <a:avLst/>
          </a:prstGeom>
        </p:spPr>
      </p:pic>
      <p:sp>
        <p:nvSpPr>
          <p:cNvPr id="18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59532" y="1591052"/>
            <a:ext cx="11160000" cy="120032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0" indent="720090" algn="just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Tx/>
              <a:buNone/>
              <a:tabLst>
                <a:tab pos="5384800" algn=""/>
              </a:tabLst>
              <a:defRPr sz="2400" b="0" baseline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118427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2pPr>
            <a:lvl3pPr marL="159258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rgbClr val="000000"/>
                </a:solidFill>
                <a:latin typeface="+mn-lt"/>
                <a:ea typeface="+mn-ea"/>
              </a:defRPr>
            </a:lvl3pPr>
            <a:lvl4pPr marL="2000250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0000"/>
                </a:solidFill>
                <a:latin typeface="+mn-lt"/>
                <a:ea typeface="+mn-ea"/>
              </a:defRPr>
            </a:lvl4pPr>
            <a:lvl5pPr marL="2408555" indent="720090" algn="just" rtl="0" eaLnBrk="1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rgbClr val="000000"/>
                </a:solidFill>
                <a:latin typeface="+mn-lt"/>
                <a:ea typeface="+mn-ea"/>
              </a:defRPr>
            </a:lvl5pPr>
            <a:lvl6pPr marL="28657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6pPr>
            <a:lvl7pPr marL="33229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7pPr>
            <a:lvl8pPr marL="37801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8pPr>
            <a:lvl9pPr marL="4237355" indent="-228600" algn="just" rtl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mtClean="0"/>
              <a:t>7</a:t>
            </a:r>
            <a:r>
              <a:rPr lang="zh-CN" altLang="zh-CN" smtClean="0"/>
              <a:t>．已知复数</a:t>
            </a:r>
            <a:r>
              <a:rPr lang="en-US" altLang="zh-CN" smtClean="0"/>
              <a:t>(2</a:t>
            </a:r>
            <a:r>
              <a:rPr lang="en-US" altLang="zh-CN" i="1" smtClean="0"/>
              <a:t>k</a:t>
            </a:r>
            <a:r>
              <a:rPr lang="en-US" altLang="zh-CN" baseline="30000" smtClean="0"/>
              <a:t>2</a:t>
            </a:r>
            <a:r>
              <a:rPr lang="zh-CN" altLang="zh-CN" smtClean="0"/>
              <a:t>－</a:t>
            </a:r>
            <a:r>
              <a:rPr lang="en-US" altLang="zh-CN" smtClean="0"/>
              <a:t>3</a:t>
            </a:r>
            <a:r>
              <a:rPr lang="en-US" altLang="zh-CN" i="1" smtClean="0"/>
              <a:t>k</a:t>
            </a:r>
            <a:r>
              <a:rPr lang="zh-CN" altLang="zh-CN" smtClean="0"/>
              <a:t>－</a:t>
            </a:r>
            <a:r>
              <a:rPr lang="en-US" altLang="zh-CN" smtClean="0"/>
              <a:t>2)</a:t>
            </a:r>
            <a:r>
              <a:rPr lang="zh-CN" altLang="zh-CN" smtClean="0"/>
              <a:t>＋</a:t>
            </a:r>
            <a:r>
              <a:rPr lang="en-US" altLang="zh-CN" smtClean="0"/>
              <a:t>(</a:t>
            </a:r>
            <a:r>
              <a:rPr lang="en-US" altLang="zh-CN" i="1" smtClean="0"/>
              <a:t>k</a:t>
            </a:r>
            <a:r>
              <a:rPr lang="en-US" altLang="zh-CN" baseline="30000" smtClean="0"/>
              <a:t>2</a:t>
            </a:r>
            <a:r>
              <a:rPr lang="zh-CN" altLang="zh-CN" smtClean="0"/>
              <a:t>－</a:t>
            </a:r>
            <a:r>
              <a:rPr lang="en-US" altLang="zh-CN" i="1" smtClean="0"/>
              <a:t>k</a:t>
            </a:r>
            <a:r>
              <a:rPr lang="en-US" altLang="zh-CN" smtClean="0"/>
              <a:t>)i</a:t>
            </a:r>
            <a:r>
              <a:rPr lang="zh-CN" altLang="zh-CN" smtClean="0"/>
              <a:t>在复平面内对应的点在第二象限，则实数</a:t>
            </a:r>
            <a:r>
              <a:rPr lang="en-US" altLang="zh-CN" i="1" smtClean="0"/>
              <a:t>k</a:t>
            </a:r>
            <a:r>
              <a:rPr lang="zh-CN" altLang="zh-CN" smtClean="0"/>
              <a:t>的取值范围是</a:t>
            </a:r>
            <a:r>
              <a:rPr lang="en-US" altLang="zh-CN" smtClean="0"/>
              <a:t>_________________</a:t>
            </a:r>
            <a:r>
              <a:rPr lang="zh-CN" altLang="zh-CN" smtClean="0"/>
              <a:t>．</a:t>
            </a:r>
            <a:endParaRPr lang="zh-CN" altLang="zh-CN"/>
          </a:p>
        </p:txBody>
      </p:sp>
      <p:graphicFrame>
        <p:nvGraphicFramePr>
          <p:cNvPr id="21" name="Object 3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622598" y="3018259"/>
          <a:ext cx="10991850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Microsoft Word 97-2003" r:id="rId8" imgW="10992485" imgH="2071370" progId="Word.Document.8">
                  <p:embed/>
                </p:oleObj>
              </mc:Choice>
              <mc:Fallback>
                <p:oleObj name="Microsoft Word 97-2003" r:id="rId8" imgW="10992485" imgH="207137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22598" y="3018259"/>
                        <a:ext cx="10991850" cy="2066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 bwMode="auto">
          <a:xfrm>
            <a:off x="11796538" y="2780928"/>
            <a:ext cx="292620" cy="720000"/>
          </a:xfrm>
          <a:prstGeom prst="rect">
            <a:avLst/>
          </a:prstGeom>
          <a:noFill/>
        </p:spPr>
      </p:pic>
      <p:pic>
        <p:nvPicPr>
          <p:cNvPr id="24" name="Picture 5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 bwMode="auto">
          <a:xfrm>
            <a:off x="11796538" y="3573016"/>
            <a:ext cx="292620" cy="720000"/>
          </a:xfrm>
          <a:prstGeom prst="rect">
            <a:avLst/>
          </a:prstGeom>
          <a:noFill/>
        </p:spPr>
      </p:pic>
      <p:graphicFrame>
        <p:nvGraphicFramePr>
          <p:cNvPr id="250892" name="Object 12"/>
          <p:cNvGraphicFramePr>
            <a:graphicFrameLocks noChangeAspect="1"/>
          </p:cNvGraphicFramePr>
          <p:nvPr>
            <p:custDataLst>
              <p:tags r:id="rId14"/>
            </p:custDataLst>
          </p:nvPr>
        </p:nvGraphicFramePr>
        <p:xfrm>
          <a:off x="2599928" y="2007468"/>
          <a:ext cx="234315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Microsoft Word 97-2003" r:id="rId15" imgW="2377440" imgH="876300" progId="Word.Document.8">
                  <p:embed/>
                </p:oleObj>
              </mc:Choice>
              <mc:Fallback>
                <p:oleObj name="Microsoft Word 97-2003" r:id="rId15" imgW="2377440" imgH="87630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99928" y="2007468"/>
                        <a:ext cx="2343150" cy="866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5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15497"/>
            <a:ext cx="12192000" cy="695325"/>
          </a:xfrm>
          <a:prstGeom prst="rect">
            <a:avLst/>
          </a:prstGeom>
          <a:solidFill>
            <a:srgbClr val="00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ym typeface="Arial" panose="020B0604020202020204"/>
            </a:endParaRPr>
          </a:p>
        </p:txBody>
      </p:sp>
      <p:sp>
        <p:nvSpPr>
          <p:cNvPr id="5" name="Freeform 5"/>
          <p:cNvSpPr>
            <a:spLocks noChangeAspect="1"/>
          </p:cNvSpPr>
          <p:nvPr>
            <p:custDataLst>
              <p:tags r:id="rId2"/>
            </p:custDataLst>
          </p:nvPr>
        </p:nvSpPr>
        <p:spPr bwMode="auto">
          <a:xfrm>
            <a:off x="314789" y="89033"/>
            <a:ext cx="526167" cy="528000"/>
          </a:xfrm>
          <a:custGeom>
            <a:avLst/>
            <a:gdLst>
              <a:gd name="T0" fmla="*/ 453 w 638"/>
              <a:gd name="T1" fmla="*/ 529 h 638"/>
              <a:gd name="T2" fmla="*/ 79 w 638"/>
              <a:gd name="T3" fmla="*/ 529 h 638"/>
              <a:gd name="T4" fmla="*/ 25 w 638"/>
              <a:gd name="T5" fmla="*/ 584 h 638"/>
              <a:gd name="T6" fmla="*/ 79 w 638"/>
              <a:gd name="T7" fmla="*/ 638 h 638"/>
              <a:gd name="T8" fmla="*/ 583 w 638"/>
              <a:gd name="T9" fmla="*/ 638 h 638"/>
              <a:gd name="T10" fmla="*/ 585 w 638"/>
              <a:gd name="T11" fmla="*/ 638 h 638"/>
              <a:gd name="T12" fmla="*/ 586 w 638"/>
              <a:gd name="T13" fmla="*/ 638 h 638"/>
              <a:gd name="T14" fmla="*/ 622 w 638"/>
              <a:gd name="T15" fmla="*/ 622 h 638"/>
              <a:gd name="T16" fmla="*/ 638 w 638"/>
              <a:gd name="T17" fmla="*/ 585 h 638"/>
              <a:gd name="T18" fmla="*/ 638 w 638"/>
              <a:gd name="T19" fmla="*/ 583 h 638"/>
              <a:gd name="T20" fmla="*/ 638 w 638"/>
              <a:gd name="T21" fmla="*/ 79 h 638"/>
              <a:gd name="T22" fmla="*/ 584 w 638"/>
              <a:gd name="T23" fmla="*/ 25 h 638"/>
              <a:gd name="T24" fmla="*/ 529 w 638"/>
              <a:gd name="T25" fmla="*/ 79 h 638"/>
              <a:gd name="T26" fmla="*/ 529 w 638"/>
              <a:gd name="T27" fmla="*/ 453 h 638"/>
              <a:gd name="T28" fmla="*/ 97 w 638"/>
              <a:gd name="T29" fmla="*/ 21 h 638"/>
              <a:gd name="T30" fmla="*/ 21 w 638"/>
              <a:gd name="T31" fmla="*/ 21 h 638"/>
              <a:gd name="T32" fmla="*/ 21 w 638"/>
              <a:gd name="T33" fmla="*/ 97 h 638"/>
              <a:gd name="T34" fmla="*/ 453 w 638"/>
              <a:gd name="T35" fmla="*/ 529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38" h="638">
                <a:moveTo>
                  <a:pt x="453" y="529"/>
                </a:moveTo>
                <a:lnTo>
                  <a:pt x="79" y="529"/>
                </a:lnTo>
                <a:cubicBezTo>
                  <a:pt x="50" y="529"/>
                  <a:pt x="25" y="554"/>
                  <a:pt x="25" y="584"/>
                </a:cubicBezTo>
                <a:cubicBezTo>
                  <a:pt x="25" y="613"/>
                  <a:pt x="50" y="638"/>
                  <a:pt x="79" y="638"/>
                </a:cubicBezTo>
                <a:lnTo>
                  <a:pt x="583" y="638"/>
                </a:lnTo>
                <a:lnTo>
                  <a:pt x="585" y="638"/>
                </a:lnTo>
                <a:lnTo>
                  <a:pt x="586" y="638"/>
                </a:lnTo>
                <a:cubicBezTo>
                  <a:pt x="600" y="637"/>
                  <a:pt x="612" y="631"/>
                  <a:pt x="622" y="622"/>
                </a:cubicBezTo>
                <a:cubicBezTo>
                  <a:pt x="632" y="612"/>
                  <a:pt x="637" y="599"/>
                  <a:pt x="638" y="585"/>
                </a:cubicBezTo>
                <a:lnTo>
                  <a:pt x="638" y="583"/>
                </a:lnTo>
                <a:lnTo>
                  <a:pt x="638" y="79"/>
                </a:lnTo>
                <a:cubicBezTo>
                  <a:pt x="638" y="50"/>
                  <a:pt x="613" y="25"/>
                  <a:pt x="584" y="25"/>
                </a:cubicBezTo>
                <a:cubicBezTo>
                  <a:pt x="554" y="25"/>
                  <a:pt x="529" y="50"/>
                  <a:pt x="529" y="79"/>
                </a:cubicBezTo>
                <a:lnTo>
                  <a:pt x="529" y="453"/>
                </a:lnTo>
                <a:lnTo>
                  <a:pt x="97" y="21"/>
                </a:lnTo>
                <a:cubicBezTo>
                  <a:pt x="76" y="0"/>
                  <a:pt x="42" y="0"/>
                  <a:pt x="21" y="21"/>
                </a:cubicBezTo>
                <a:cubicBezTo>
                  <a:pt x="0" y="42"/>
                  <a:pt x="0" y="76"/>
                  <a:pt x="21" y="97"/>
                </a:cubicBezTo>
                <a:lnTo>
                  <a:pt x="453" y="529"/>
                </a:lnTo>
                <a:close/>
              </a:path>
            </a:pathLst>
          </a:custGeom>
          <a:solidFill>
            <a:srgbClr val="00C0D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3200"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7" name="TextBox 4"/>
          <p:cNvSpPr txBox="1"/>
          <p:nvPr>
            <p:custDataLst>
              <p:tags r:id="rId3"/>
            </p:custDataLst>
          </p:nvPr>
        </p:nvSpPr>
        <p:spPr>
          <a:xfrm>
            <a:off x="1091058" y="127257"/>
            <a:ext cx="5184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课堂小结</a:t>
            </a:r>
            <a:endParaRPr lang="zh-CN" altLang="en-US" sz="3200" b="1">
              <a:solidFill>
                <a:schemeClr val="bg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754391" y="1109717"/>
          <a:ext cx="10703560" cy="5158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Microsoft Word 97-2003" r:id="rId5" imgW="10706100" imgH="5158105" progId="Word.Document.8">
                  <p:embed/>
                </p:oleObj>
              </mc:Choice>
              <mc:Fallback>
                <p:oleObj name="Microsoft Word 97-2003" r:id="rId5" imgW="10706100" imgH="515810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4391" y="1109717"/>
                        <a:ext cx="10703560" cy="51581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/>
    </p:bldLst>
  </p:timing>
</p:sld>
</file>

<file path=ppt/tags/tag1.xml><?xml version="1.0" encoding="utf-8"?>
<p:tagLst xmlns:p="http://schemas.openxmlformats.org/presentationml/2006/main">
  <p:tag name="AS_UNIQUEID" val="320"/>
</p:tagLst>
</file>

<file path=ppt/tags/tag2.xml><?xml version="1.0" encoding="utf-8"?>
<p:tagLst xmlns:p="http://schemas.openxmlformats.org/presentationml/2006/main">
  <p:tag name="AS_UNIQUEID" val="322"/>
</p:tagLst>
</file>

<file path=ppt/tags/tag3.xml><?xml version="1.0" encoding="utf-8"?>
<p:tagLst xmlns:p="http://schemas.openxmlformats.org/presentationml/2006/main">
  <p:tag name="AS_UNIQUEID" val="323"/>
</p:tagLst>
</file>

<file path=ppt/tags/tag4.xml><?xml version="1.0" encoding="utf-8"?>
<p:tagLst xmlns:p="http://schemas.openxmlformats.org/presentationml/2006/main">
  <p:tag name="AS_UNIQUEID" val="324"/>
</p:tagLst>
</file>

<file path=ppt/tags/tag5.xml><?xml version="1.0" encoding="utf-8"?>
<p:tagLst xmlns:p="http://schemas.openxmlformats.org/presentationml/2006/main">
  <p:tag name="AS_UNIQUEID" val="325"/>
</p:tagLst>
</file>

<file path=ppt/tags/tag6.xml><?xml version="1.0" encoding="utf-8"?>
<p:tagLst xmlns:p="http://schemas.openxmlformats.org/presentationml/2006/main">
  <p:tag name="AS_UNIQUEID" val="326"/>
</p:tagLst>
</file>

<file path=ppt/tags/tag7.xml><?xml version="1.0" encoding="utf-8"?>
<p:tagLst xmlns:p="http://schemas.openxmlformats.org/presentationml/2006/main">
  <p:tag name="AS_UNIQUEID" val="328"/>
</p:tagLst>
</file>

<file path=ppt/tags/tag8.xml><?xml version="1.0" encoding="utf-8"?>
<p:tagLst xmlns:p="http://schemas.openxmlformats.org/presentationml/2006/main">
  <p:tag name="AS_UNIQUEID" val="329"/>
</p:tagLst>
</file>

<file path=ppt/tags/tag9.xml><?xml version="1.0" encoding="utf-8"?>
<p:tagLst xmlns:p="http://schemas.openxmlformats.org/presentationml/2006/main">
  <p:tag name="AS_UNIQUEID" val="330"/>
</p:tagLst>
</file>

<file path=ppt/tags/tag10.xml><?xml version="1.0" encoding="utf-8"?>
<p:tagLst xmlns:p="http://schemas.openxmlformats.org/presentationml/2006/main">
  <p:tag name="AS_UNIQUEID" val="331"/>
</p:tagLst>
</file>

<file path=ppt/tags/tag11.xml><?xml version="1.0" encoding="utf-8"?>
<p:tagLst xmlns:p="http://schemas.openxmlformats.org/presentationml/2006/main">
  <p:tag name="AS_UNIQUEID" val="332"/>
</p:tagLst>
</file>

<file path=ppt/tags/tag12.xml><?xml version="1.0" encoding="utf-8"?>
<p:tagLst xmlns:p="http://schemas.openxmlformats.org/presentationml/2006/main">
  <p:tag name="AS_UNIQUEID" val="334"/>
</p:tagLst>
</file>

<file path=ppt/tags/tag13.xml><?xml version="1.0" encoding="utf-8"?>
<p:tagLst xmlns:p="http://schemas.openxmlformats.org/presentationml/2006/main">
  <p:tag name="AS_UNIQUEID" val="335"/>
</p:tagLst>
</file>

<file path=ppt/tags/tag14.xml><?xml version="1.0" encoding="utf-8"?>
<p:tagLst xmlns:p="http://schemas.openxmlformats.org/presentationml/2006/main">
  <p:tag name="AS_UNIQUEID" val="336"/>
</p:tagLst>
</file>

<file path=ppt/tags/tag15.xml><?xml version="1.0" encoding="utf-8"?>
<p:tagLst xmlns:p="http://schemas.openxmlformats.org/presentationml/2006/main">
  <p:tag name="AS_UNIQUEID" val="337"/>
</p:tagLst>
</file>

<file path=ppt/tags/tag16.xml><?xml version="1.0" encoding="utf-8"?>
<p:tagLst xmlns:p="http://schemas.openxmlformats.org/presentationml/2006/main">
  <p:tag name="AS_UNIQUEID" val="338"/>
</p:tagLst>
</file>

<file path=ppt/tags/tag17.xml><?xml version="1.0" encoding="utf-8"?>
<p:tagLst xmlns:p="http://schemas.openxmlformats.org/presentationml/2006/main">
  <p:tag name="AS_UNIQUEID" val="340"/>
</p:tagLst>
</file>

<file path=ppt/tags/tag18.xml><?xml version="1.0" encoding="utf-8"?>
<p:tagLst xmlns:p="http://schemas.openxmlformats.org/presentationml/2006/main">
  <p:tag name="AS_UNIQUEID" val="341"/>
</p:tagLst>
</file>

<file path=ppt/tags/tag19.xml><?xml version="1.0" encoding="utf-8"?>
<p:tagLst xmlns:p="http://schemas.openxmlformats.org/presentationml/2006/main">
  <p:tag name="AS_UNIQUEID" val="342"/>
</p:tagLst>
</file>

<file path=ppt/tags/tag20.xml><?xml version="1.0" encoding="utf-8"?>
<p:tagLst xmlns:p="http://schemas.openxmlformats.org/presentationml/2006/main">
  <p:tag name="AS_UNIQUEID" val="343"/>
</p:tagLst>
</file>

<file path=ppt/tags/tag21.xml><?xml version="1.0" encoding="utf-8"?>
<p:tagLst xmlns:p="http://schemas.openxmlformats.org/presentationml/2006/main">
  <p:tag name="AS_UNIQUEID" val="344"/>
</p:tagLst>
</file>

<file path=ppt/tags/tag22.xml><?xml version="1.0" encoding="utf-8"?>
<p:tagLst xmlns:p="http://schemas.openxmlformats.org/presentationml/2006/main">
  <p:tag name="AS_UNIQUEID" val="346"/>
</p:tagLst>
</file>

<file path=ppt/tags/tag23.xml><?xml version="1.0" encoding="utf-8"?>
<p:tagLst xmlns:p="http://schemas.openxmlformats.org/presentationml/2006/main">
  <p:tag name="AS_UNIQUEID" val="347"/>
</p:tagLst>
</file>

<file path=ppt/tags/tag24.xml><?xml version="1.0" encoding="utf-8"?>
<p:tagLst xmlns:p="http://schemas.openxmlformats.org/presentationml/2006/main">
  <p:tag name="AS_UNIQUEID" val="348"/>
</p:tagLst>
</file>

<file path=ppt/tags/tag25.xml><?xml version="1.0" encoding="utf-8"?>
<p:tagLst xmlns:p="http://schemas.openxmlformats.org/presentationml/2006/main">
  <p:tag name="AS_UNIQUEID" val="349"/>
</p:tagLst>
</file>

<file path=ppt/tags/tag26.xml><?xml version="1.0" encoding="utf-8"?>
<p:tagLst xmlns:p="http://schemas.openxmlformats.org/presentationml/2006/main">
  <p:tag name="AS_UNIQUEID" val="350"/>
</p:tagLst>
</file>

<file path=ppt/tags/tag27.xml><?xml version="1.0" encoding="utf-8"?>
<p:tagLst xmlns:p="http://schemas.openxmlformats.org/presentationml/2006/main">
  <p:tag name="AS_UNIQUEID" val="352"/>
</p:tagLst>
</file>

<file path=ppt/tags/tag28.xml><?xml version="1.0" encoding="utf-8"?>
<p:tagLst xmlns:p="http://schemas.openxmlformats.org/presentationml/2006/main">
  <p:tag name="AS_UNIQUEID" val="353"/>
</p:tagLst>
</file>

<file path=ppt/tags/tag29.xml><?xml version="1.0" encoding="utf-8"?>
<p:tagLst xmlns:p="http://schemas.openxmlformats.org/presentationml/2006/main">
  <p:tag name="AS_UNIQUEID" val="354"/>
</p:tagLst>
</file>

<file path=ppt/tags/tag30.xml><?xml version="1.0" encoding="utf-8"?>
<p:tagLst xmlns:p="http://schemas.openxmlformats.org/presentationml/2006/main">
  <p:tag name="AS_UNIQUEID" val="355"/>
</p:tagLst>
</file>

<file path=ppt/tags/tag31.xml><?xml version="1.0" encoding="utf-8"?>
<p:tagLst xmlns:p="http://schemas.openxmlformats.org/presentationml/2006/main">
  <p:tag name="AS_UNIQUEID" val="356"/>
</p:tagLst>
</file>

<file path=ppt/tags/tag32.xml><?xml version="1.0" encoding="utf-8"?>
<p:tagLst xmlns:p="http://schemas.openxmlformats.org/presentationml/2006/main">
  <p:tag name="AS_UNIQUEID" val="358"/>
</p:tagLst>
</file>

<file path=ppt/tags/tag33.xml><?xml version="1.0" encoding="utf-8"?>
<p:tagLst xmlns:p="http://schemas.openxmlformats.org/presentationml/2006/main">
  <p:tag name="AS_UNIQUEID" val="359"/>
</p:tagLst>
</file>

<file path=ppt/tags/tag34.xml><?xml version="1.0" encoding="utf-8"?>
<p:tagLst xmlns:p="http://schemas.openxmlformats.org/presentationml/2006/main">
  <p:tag name="AS_UNIQUEID" val="360"/>
</p:tagLst>
</file>

<file path=ppt/tags/tag35.xml><?xml version="1.0" encoding="utf-8"?>
<p:tagLst xmlns:p="http://schemas.openxmlformats.org/presentationml/2006/main">
  <p:tag name="AS_UNIQUEID" val="361"/>
</p:tagLst>
</file>

<file path=ppt/tags/tag36.xml><?xml version="1.0" encoding="utf-8"?>
<p:tagLst xmlns:p="http://schemas.openxmlformats.org/presentationml/2006/main">
  <p:tag name="AS_UNIQUEID" val="362"/>
</p:tagLst>
</file>

<file path=ppt/tags/tag37.xml><?xml version="1.0" encoding="utf-8"?>
<p:tagLst xmlns:p="http://schemas.openxmlformats.org/presentationml/2006/main">
  <p:tag name="AS_UNIQUEID" val="364"/>
</p:tagLst>
</file>

<file path=ppt/tags/tag38.xml><?xml version="1.0" encoding="utf-8"?>
<p:tagLst xmlns:p="http://schemas.openxmlformats.org/presentationml/2006/main">
  <p:tag name="AS_UNIQUEID" val="365"/>
</p:tagLst>
</file>

<file path=ppt/tags/tag39.xml><?xml version="1.0" encoding="utf-8"?>
<p:tagLst xmlns:p="http://schemas.openxmlformats.org/presentationml/2006/main">
  <p:tag name="AS_UNIQUEID" val="366"/>
</p:tagLst>
</file>

<file path=ppt/tags/tag40.xml><?xml version="1.0" encoding="utf-8"?>
<p:tagLst xmlns:p="http://schemas.openxmlformats.org/presentationml/2006/main">
  <p:tag name="AS_UNIQUEID" val="367"/>
</p:tagLst>
</file>

<file path=ppt/tags/tag41.xml><?xml version="1.0" encoding="utf-8"?>
<p:tagLst xmlns:p="http://schemas.openxmlformats.org/presentationml/2006/main">
  <p:tag name="AS_UNIQUEID" val="368"/>
</p:tagLst>
</file>

<file path=ppt/tags/tag42.xml><?xml version="1.0" encoding="utf-8"?>
<p:tagLst xmlns:p="http://schemas.openxmlformats.org/presentationml/2006/main">
  <p:tag name="AS_UNIQUEID" val="370"/>
</p:tagLst>
</file>

<file path=ppt/tags/tag43.xml><?xml version="1.0" encoding="utf-8"?>
<p:tagLst xmlns:p="http://schemas.openxmlformats.org/presentationml/2006/main">
  <p:tag name="AS_UNIQUEID" val="371"/>
</p:tagLst>
</file>

<file path=ppt/tags/tag44.xml><?xml version="1.0" encoding="utf-8"?>
<p:tagLst xmlns:p="http://schemas.openxmlformats.org/presentationml/2006/main">
  <p:tag name="AS_UNIQUEID" val="372"/>
</p:tagLst>
</file>

<file path=ppt/tags/tag45.xml><?xml version="1.0" encoding="utf-8"?>
<p:tagLst xmlns:p="http://schemas.openxmlformats.org/presentationml/2006/main">
  <p:tag name="AS_UNIQUEID" val="373"/>
</p:tagLst>
</file>

<file path=ppt/tags/tag46.xml><?xml version="1.0" encoding="utf-8"?>
<p:tagLst xmlns:p="http://schemas.openxmlformats.org/presentationml/2006/main">
  <p:tag name="AS_UNIQUEID" val="374"/>
</p:tagLst>
</file>

<file path=ppt/tags/tag47.xml><?xml version="1.0" encoding="utf-8"?>
<p:tagLst xmlns:p="http://schemas.openxmlformats.org/presentationml/2006/main">
  <p:tag name="AS_UNIQUEID" val="376"/>
</p:tagLst>
</file>

<file path=ppt/tags/tag48.xml><?xml version="1.0" encoding="utf-8"?>
<p:tagLst xmlns:p="http://schemas.openxmlformats.org/presentationml/2006/main">
  <p:tag name="AS_UNIQUEID" val="377"/>
</p:tagLst>
</file>

<file path=ppt/tags/tag49.xml><?xml version="1.0" encoding="utf-8"?>
<p:tagLst xmlns:p="http://schemas.openxmlformats.org/presentationml/2006/main">
  <p:tag name="AS_UNIQUEID" val="378"/>
</p:tagLst>
</file>

<file path=ppt/tags/tag50.xml><?xml version="1.0" encoding="utf-8"?>
<p:tagLst xmlns:p="http://schemas.openxmlformats.org/presentationml/2006/main">
  <p:tag name="AS_UNIQUEID" val="379"/>
</p:tagLst>
</file>

<file path=ppt/tags/tag51.xml><?xml version="1.0" encoding="utf-8"?>
<p:tagLst xmlns:p="http://schemas.openxmlformats.org/presentationml/2006/main">
  <p:tag name="AS_UNIQUEID" val="380"/>
</p:tagLst>
</file>

<file path=ppt/tags/tag52.xml><?xml version="1.0" encoding="utf-8"?>
<p:tagLst xmlns:p="http://schemas.openxmlformats.org/presentationml/2006/main">
  <p:tag name="AS_UNIQUEID" val="382"/>
</p:tagLst>
</file>

<file path=ppt/tags/tag53.xml><?xml version="1.0" encoding="utf-8"?>
<p:tagLst xmlns:p="http://schemas.openxmlformats.org/presentationml/2006/main">
  <p:tag name="AS_UNIQUEID" val="383"/>
</p:tagLst>
</file>

<file path=ppt/tags/tag54.xml><?xml version="1.0" encoding="utf-8"?>
<p:tagLst xmlns:p="http://schemas.openxmlformats.org/presentationml/2006/main">
  <p:tag name="AS_UNIQUEID" val="384"/>
</p:tagLst>
</file>

<file path=ppt/tags/tag55.xml><?xml version="1.0" encoding="utf-8"?>
<p:tagLst xmlns:p="http://schemas.openxmlformats.org/presentationml/2006/main">
  <p:tag name="AS_UNIQUEID" val="385"/>
</p:tagLst>
</file>

<file path=ppt/tags/tag56.xml><?xml version="1.0" encoding="utf-8"?>
<p:tagLst xmlns:p="http://schemas.openxmlformats.org/presentationml/2006/main">
  <p:tag name="AS_UNIQUEID" val="386"/>
</p:tagLst>
</file>

<file path=ppt/tags/tag57.xml><?xml version="1.0" encoding="utf-8"?>
<p:tagLst xmlns:p="http://schemas.openxmlformats.org/presentationml/2006/main">
  <p:tag name="AS_UNIQUEID" val="388"/>
</p:tagLst>
</file>

<file path=ppt/tags/tag58.xml><?xml version="1.0" encoding="utf-8"?>
<p:tagLst xmlns:p="http://schemas.openxmlformats.org/presentationml/2006/main">
  <p:tag name="AS_UNIQUEID" val="389"/>
</p:tagLst>
</file>

<file path=ppt/tags/tag59.xml><?xml version="1.0" encoding="utf-8"?>
<p:tagLst xmlns:p="http://schemas.openxmlformats.org/presentationml/2006/main">
  <p:tag name="AS_UNIQUEID" val="390"/>
</p:tagLst>
</file>

<file path=ppt/tags/tag60.xml><?xml version="1.0" encoding="utf-8"?>
<p:tagLst xmlns:p="http://schemas.openxmlformats.org/presentationml/2006/main">
  <p:tag name="AS_UNIQUEID" val="391"/>
</p:tagLst>
</file>

<file path=ppt/tags/tag61.xml><?xml version="1.0" encoding="utf-8"?>
<p:tagLst xmlns:p="http://schemas.openxmlformats.org/presentationml/2006/main">
  <p:tag name="AS_UNIQUEID" val="392"/>
</p:tagLst>
</file>

<file path=ppt/tags/tag62.xml><?xml version="1.0" encoding="utf-8"?>
<p:tagLst xmlns:p="http://schemas.openxmlformats.org/presentationml/2006/main">
  <p:tag name="AS_UNIQUEID" val="394"/>
</p:tagLst>
</file>

<file path=ppt/tags/tag63.xml><?xml version="1.0" encoding="utf-8"?>
<p:tagLst xmlns:p="http://schemas.openxmlformats.org/presentationml/2006/main">
  <p:tag name="AS_UNIQUEID" val="395"/>
</p:tagLst>
</file>

<file path=ppt/tags/tag64.xml><?xml version="1.0" encoding="utf-8"?>
<p:tagLst xmlns:p="http://schemas.openxmlformats.org/presentationml/2006/main">
  <p:tag name="AS_UNIQUEID" val="396"/>
</p:tagLst>
</file>

<file path=ppt/tags/tag65.xml><?xml version="1.0" encoding="utf-8"?>
<p:tagLst xmlns:p="http://schemas.openxmlformats.org/presentationml/2006/main">
  <p:tag name="AS_UNIQUEID" val="397"/>
</p:tagLst>
</file>

<file path=ppt/tags/tag66.xml><?xml version="1.0" encoding="utf-8"?>
<p:tagLst xmlns:p="http://schemas.openxmlformats.org/presentationml/2006/main">
  <p:tag name="AS_UNIQUEID" val="398"/>
</p:tagLst>
</file>

<file path=ppt/tags/tag67.xml><?xml version="1.0" encoding="utf-8"?>
<p:tagLst xmlns:p="http://schemas.openxmlformats.org/presentationml/2006/main">
  <p:tag name="AS_UNIQUEID" val="400"/>
</p:tagLst>
</file>

<file path=ppt/tags/tag68.xml><?xml version="1.0" encoding="utf-8"?>
<p:tagLst xmlns:p="http://schemas.openxmlformats.org/presentationml/2006/main">
  <p:tag name="AS_UNIQUEID" val="401"/>
</p:tagLst>
</file>

<file path=ppt/tags/tag69.xml><?xml version="1.0" encoding="utf-8"?>
<p:tagLst xmlns:p="http://schemas.openxmlformats.org/presentationml/2006/main">
  <p:tag name="AS_UNIQUEID" val="402"/>
</p:tagLst>
</file>

<file path=ppt/tags/tag70.xml><?xml version="1.0" encoding="utf-8"?>
<p:tagLst xmlns:p="http://schemas.openxmlformats.org/presentationml/2006/main">
  <p:tag name="AS_UNIQUEID" val="403"/>
</p:tagLst>
</file>

<file path=ppt/tags/tag71.xml><?xml version="1.0" encoding="utf-8"?>
<p:tagLst xmlns:p="http://schemas.openxmlformats.org/presentationml/2006/main">
  <p:tag name="AS_UNIQUEID" val="404"/>
</p:tagLst>
</file>

<file path=ppt/tags/tag72.xml><?xml version="1.0" encoding="utf-8"?>
<p:tagLst xmlns:p="http://schemas.openxmlformats.org/presentationml/2006/main">
  <p:tag name="AS_UNIQUEID" val="406"/>
</p:tagLst>
</file>

<file path=ppt/tags/tag73.xml><?xml version="1.0" encoding="utf-8"?>
<p:tagLst xmlns:p="http://schemas.openxmlformats.org/presentationml/2006/main">
  <p:tag name="AS_UNIQUEID" val="407"/>
</p:tagLst>
</file>

<file path=ppt/tags/tag74.xml><?xml version="1.0" encoding="utf-8"?>
<p:tagLst xmlns:p="http://schemas.openxmlformats.org/presentationml/2006/main">
  <p:tag name="AS_UNIQUEID" val="408"/>
</p:tagLst>
</file>

<file path=ppt/tags/tag75.xml><?xml version="1.0" encoding="utf-8"?>
<p:tagLst xmlns:p="http://schemas.openxmlformats.org/presentationml/2006/main">
  <p:tag name="AS_UNIQUEID" val="409"/>
</p:tagLst>
</file>

<file path=ppt/tags/tag76.xml><?xml version="1.0" encoding="utf-8"?>
<p:tagLst xmlns:p="http://schemas.openxmlformats.org/presentationml/2006/main">
  <p:tag name="AS_UNIQUEID" val="410"/>
</p:tagLst>
</file>

<file path=ppt/tags/tag77.xml><?xml version="1.0" encoding="utf-8"?>
<p:tagLst xmlns:p="http://schemas.openxmlformats.org/presentationml/2006/main">
  <p:tag name="AS_UNIQUEID" val="412"/>
</p:tagLst>
</file>

<file path=ppt/tags/tag78.xml><?xml version="1.0" encoding="utf-8"?>
<p:tagLst xmlns:p="http://schemas.openxmlformats.org/presentationml/2006/main">
  <p:tag name="AS_UNIQUEID" val="413"/>
</p:tagLst>
</file>

<file path=ppt/tags/tag79.xml><?xml version="1.0" encoding="utf-8"?>
<p:tagLst xmlns:p="http://schemas.openxmlformats.org/presentationml/2006/main">
  <p:tag name="AS_UNIQUEID" val="414"/>
</p:tagLst>
</file>

<file path=ppt/tags/tag80.xml><?xml version="1.0" encoding="utf-8"?>
<p:tagLst xmlns:p="http://schemas.openxmlformats.org/presentationml/2006/main">
  <p:tag name="AS_UNIQUEID" val="415"/>
</p:tagLst>
</file>

<file path=ppt/tags/tag81.xml><?xml version="1.0" encoding="utf-8"?>
<p:tagLst xmlns:p="http://schemas.openxmlformats.org/presentationml/2006/main">
  <p:tag name="AS_UNIQUEID" val="416"/>
</p:tagLst>
</file>

<file path=ppt/tags/tag82.xml><?xml version="1.0" encoding="utf-8"?>
<p:tagLst xmlns:p="http://schemas.openxmlformats.org/presentationml/2006/main">
  <p:tag name="AS_UNIQUEID" val="418"/>
</p:tagLst>
</file>

<file path=ppt/tags/tag83.xml><?xml version="1.0" encoding="utf-8"?>
<p:tagLst xmlns:p="http://schemas.openxmlformats.org/presentationml/2006/main">
  <p:tag name="AS_UNIQUEID" val="419"/>
</p:tagLst>
</file>

<file path=ppt/tags/tag84.xml><?xml version="1.0" encoding="utf-8"?>
<p:tagLst xmlns:p="http://schemas.openxmlformats.org/presentationml/2006/main">
  <p:tag name="AS_UNIQUEID" val="420"/>
</p:tagLst>
</file>

<file path=ppt/tags/tag85.xml><?xml version="1.0" encoding="utf-8"?>
<p:tagLst xmlns:p="http://schemas.openxmlformats.org/presentationml/2006/main">
  <p:tag name="AS_UNIQUEID" val="421"/>
</p:tagLst>
</file>

<file path=ppt/tags/tag86.xml><?xml version="1.0" encoding="utf-8"?>
<p:tagLst xmlns:p="http://schemas.openxmlformats.org/presentationml/2006/main">
  <p:tag name="AS_UNIQUEID" val="422"/>
</p:tagLst>
</file>

<file path=ppt/tags/tag87.xml><?xml version="1.0" encoding="utf-8"?>
<p:tagLst xmlns:p="http://schemas.openxmlformats.org/presentationml/2006/main">
  <p:tag name="AS_UNIQUEID" val="424"/>
</p:tagLst>
</file>

<file path=ppt/tags/tag88.xml><?xml version="1.0" encoding="utf-8"?>
<p:tagLst xmlns:p="http://schemas.openxmlformats.org/presentationml/2006/main">
  <p:tag name="AS_UNIQUEID" val="425"/>
</p:tagLst>
</file>

<file path=ppt/tags/tag89.xml><?xml version="1.0" encoding="utf-8"?>
<p:tagLst xmlns:p="http://schemas.openxmlformats.org/presentationml/2006/main">
  <p:tag name="AS_UNIQUEID" val="426"/>
</p:tagLst>
</file>

<file path=ppt/tags/tag90.xml><?xml version="1.0" encoding="utf-8"?>
<p:tagLst xmlns:p="http://schemas.openxmlformats.org/presentationml/2006/main">
  <p:tag name="AS_UNIQUEID" val="427"/>
</p:tagLst>
</file>

<file path=ppt/tags/tag91.xml><?xml version="1.0" encoding="utf-8"?>
<p:tagLst xmlns:p="http://schemas.openxmlformats.org/presentationml/2006/main">
  <p:tag name="AS_UNIQUEID" val="428"/>
</p:tagLst>
</file>

<file path=ppt/tags/tag92.xml><?xml version="1.0" encoding="utf-8"?>
<p:tagLst xmlns:p="http://schemas.openxmlformats.org/presentationml/2006/main">
  <p:tag name="AS_UNIQUEID" val="430"/>
</p:tagLst>
</file>

<file path=ppt/tags/tag93.xml><?xml version="1.0" encoding="utf-8"?>
<p:tagLst xmlns:p="http://schemas.openxmlformats.org/presentationml/2006/main">
  <p:tag name="AS_UNIQUEID" val="431"/>
</p:tagLst>
</file>

<file path=ppt/tags/tag94.xml><?xml version="1.0" encoding="utf-8"?>
<p:tagLst xmlns:p="http://schemas.openxmlformats.org/presentationml/2006/main">
  <p:tag name="AS_UNIQUEID" val="432"/>
</p:tagLst>
</file>

<file path=ppt/tags/tag95.xml><?xml version="1.0" encoding="utf-8"?>
<p:tagLst xmlns:p="http://schemas.openxmlformats.org/presentationml/2006/main">
  <p:tag name="AS_UNIQUEID" val="433"/>
</p:tagLst>
</file>

<file path=ppt/tags/tag96.xml><?xml version="1.0" encoding="utf-8"?>
<p:tagLst xmlns:p="http://schemas.openxmlformats.org/presentationml/2006/main">
  <p:tag name="AS_UNIQUEID" val="434"/>
</p:tagLst>
</file>

<file path=ppt/tags/tag97.xml><?xml version="1.0" encoding="utf-8"?>
<p:tagLst xmlns:p="http://schemas.openxmlformats.org/presentationml/2006/main">
  <p:tag name="AS_UNIQUEID" val="436"/>
</p:tagLst>
</file>

<file path=ppt/tags/tag98.xml><?xml version="1.0" encoding="utf-8"?>
<p:tagLst xmlns:p="http://schemas.openxmlformats.org/presentationml/2006/main">
  <p:tag name="AS_UNIQUEID" val="437"/>
</p:tagLst>
</file>

<file path=ppt/tags/tag99.xml><?xml version="1.0" encoding="utf-8"?>
<p:tagLst xmlns:p="http://schemas.openxmlformats.org/presentationml/2006/main">
  <p:tag name="AS_UNIQUEID" val="438"/>
</p:tagLst>
</file>

<file path=ppt/tags/tag100.xml><?xml version="1.0" encoding="utf-8"?>
<p:tagLst xmlns:p="http://schemas.openxmlformats.org/presentationml/2006/main">
  <p:tag name="AS_UNIQUEID" val="439"/>
</p:tagLst>
</file>

<file path=ppt/tags/tag101.xml><?xml version="1.0" encoding="utf-8"?>
<p:tagLst xmlns:p="http://schemas.openxmlformats.org/presentationml/2006/main">
  <p:tag name="AS_UNIQUEID" val="440"/>
</p:tagLst>
</file>

<file path=ppt/tags/tag102.xml><?xml version="1.0" encoding="utf-8"?>
<p:tagLst xmlns:p="http://schemas.openxmlformats.org/presentationml/2006/main">
  <p:tag name="AS_UNIQUEID" val="442"/>
</p:tagLst>
</file>

<file path=ppt/tags/tag103.xml><?xml version="1.0" encoding="utf-8"?>
<p:tagLst xmlns:p="http://schemas.openxmlformats.org/presentationml/2006/main">
  <p:tag name="AS_UNIQUEID" val="443"/>
</p:tagLst>
</file>

<file path=ppt/tags/tag104.xml><?xml version="1.0" encoding="utf-8"?>
<p:tagLst xmlns:p="http://schemas.openxmlformats.org/presentationml/2006/main">
  <p:tag name="AS_UNIQUEID" val="444"/>
</p:tagLst>
</file>

<file path=ppt/tags/tag105.xml><?xml version="1.0" encoding="utf-8"?>
<p:tagLst xmlns:p="http://schemas.openxmlformats.org/presentationml/2006/main">
  <p:tag name="AS_UNIQUEID" val="445"/>
</p:tagLst>
</file>

<file path=ppt/tags/tag106.xml><?xml version="1.0" encoding="utf-8"?>
<p:tagLst xmlns:p="http://schemas.openxmlformats.org/presentationml/2006/main">
  <p:tag name="AS_UNIQUEID" val="446"/>
</p:tagLst>
</file>

<file path=ppt/tags/tag107.xml><?xml version="1.0" encoding="utf-8"?>
<p:tagLst xmlns:p="http://schemas.openxmlformats.org/presentationml/2006/main">
  <p:tag name="AS_UNIQUEID" val="448"/>
</p:tagLst>
</file>

<file path=ppt/tags/tag108.xml><?xml version="1.0" encoding="utf-8"?>
<p:tagLst xmlns:p="http://schemas.openxmlformats.org/presentationml/2006/main">
  <p:tag name="AS_UNIQUEID" val="449"/>
</p:tagLst>
</file>

<file path=ppt/tags/tag109.xml><?xml version="1.0" encoding="utf-8"?>
<p:tagLst xmlns:p="http://schemas.openxmlformats.org/presentationml/2006/main">
  <p:tag name="AS_UNIQUEID" val="450"/>
</p:tagLst>
</file>

<file path=ppt/tags/tag110.xml><?xml version="1.0" encoding="utf-8"?>
<p:tagLst xmlns:p="http://schemas.openxmlformats.org/presentationml/2006/main">
  <p:tag name="AS_UNIQUEID" val="451"/>
</p:tagLst>
</file>

<file path=ppt/tags/tag111.xml><?xml version="1.0" encoding="utf-8"?>
<p:tagLst xmlns:p="http://schemas.openxmlformats.org/presentationml/2006/main">
  <p:tag name="AS_UNIQUEID" val="453"/>
</p:tagLst>
</file>

<file path=ppt/tags/tag112.xml><?xml version="1.0" encoding="utf-8"?>
<p:tagLst xmlns:p="http://schemas.openxmlformats.org/presentationml/2006/main">
  <p:tag name="AS_UNIQUEID" val="454"/>
</p:tagLst>
</file>

<file path=ppt/tags/tag113.xml><?xml version="1.0" encoding="utf-8"?>
<p:tagLst xmlns:p="http://schemas.openxmlformats.org/presentationml/2006/main">
  <p:tag name="AS_UNIQUEID" val="455"/>
</p:tagLst>
</file>

<file path=ppt/tags/tag114.xml><?xml version="1.0" encoding="utf-8"?>
<p:tagLst xmlns:p="http://schemas.openxmlformats.org/presentationml/2006/main">
  <p:tag name="AS_UNIQUEID" val="456"/>
</p:tagLst>
</file>

<file path=ppt/tags/tag115.xml><?xml version="1.0" encoding="utf-8"?>
<p:tagLst xmlns:p="http://schemas.openxmlformats.org/presentationml/2006/main">
  <p:tag name="AS_UNIQUEID" val="458"/>
</p:tagLst>
</file>

<file path=ppt/tags/tag116.xml><?xml version="1.0" encoding="utf-8"?>
<p:tagLst xmlns:p="http://schemas.openxmlformats.org/presentationml/2006/main">
  <p:tag name="AS_UNIQUEID" val="459"/>
</p:tagLst>
</file>

<file path=ppt/tags/tag117.xml><?xml version="1.0" encoding="utf-8"?>
<p:tagLst xmlns:p="http://schemas.openxmlformats.org/presentationml/2006/main">
  <p:tag name="AS_UNIQUEID" val="460"/>
</p:tagLst>
</file>

<file path=ppt/tags/tag118.xml><?xml version="1.0" encoding="utf-8"?>
<p:tagLst xmlns:p="http://schemas.openxmlformats.org/presentationml/2006/main">
  <p:tag name="AS_UNIQUEID" val="461"/>
</p:tagLst>
</file>

<file path=ppt/tags/tag119.xml><?xml version="1.0" encoding="utf-8"?>
<p:tagLst xmlns:p="http://schemas.openxmlformats.org/presentationml/2006/main">
  <p:tag name="AS_UNIQUEID" val="463"/>
</p:tagLst>
</file>

<file path=ppt/tags/tag120.xml><?xml version="1.0" encoding="utf-8"?>
<p:tagLst xmlns:p="http://schemas.openxmlformats.org/presentationml/2006/main">
  <p:tag name="AS_UNIQUEID" val="464"/>
</p:tagLst>
</file>

<file path=ppt/tags/tag121.xml><?xml version="1.0" encoding="utf-8"?>
<p:tagLst xmlns:p="http://schemas.openxmlformats.org/presentationml/2006/main">
  <p:tag name="AS_UNIQUEID" val="465"/>
</p:tagLst>
</file>

<file path=ppt/tags/tag122.xml><?xml version="1.0" encoding="utf-8"?>
<p:tagLst xmlns:p="http://schemas.openxmlformats.org/presentationml/2006/main">
  <p:tag name="AS_UNIQUEID" val="466"/>
</p:tagLst>
</file>

<file path=ppt/tags/tag123.xml><?xml version="1.0" encoding="utf-8"?>
<p:tagLst xmlns:p="http://schemas.openxmlformats.org/presentationml/2006/main">
  <p:tag name="AS_UNIQUEID" val="468"/>
</p:tagLst>
</file>

<file path=ppt/tags/tag124.xml><?xml version="1.0" encoding="utf-8"?>
<p:tagLst xmlns:p="http://schemas.openxmlformats.org/presentationml/2006/main">
  <p:tag name="AS_UNIQUEID" val="469"/>
</p:tagLst>
</file>

<file path=ppt/tags/tag125.xml><?xml version="1.0" encoding="utf-8"?>
<p:tagLst xmlns:p="http://schemas.openxmlformats.org/presentationml/2006/main">
  <p:tag name="AS_UNIQUEID" val="470"/>
</p:tagLst>
</file>

<file path=ppt/tags/tag126.xml><?xml version="1.0" encoding="utf-8"?>
<p:tagLst xmlns:p="http://schemas.openxmlformats.org/presentationml/2006/main">
  <p:tag name="AS_UNIQUEID" val="471"/>
</p:tagLst>
</file>

<file path=ppt/tags/tag127.xml><?xml version="1.0" encoding="utf-8"?>
<p:tagLst xmlns:p="http://schemas.openxmlformats.org/presentationml/2006/main">
  <p:tag name="AS_UNIQUEID" val="473"/>
</p:tagLst>
</file>

<file path=ppt/tags/tag128.xml><?xml version="1.0" encoding="utf-8"?>
<p:tagLst xmlns:p="http://schemas.openxmlformats.org/presentationml/2006/main">
  <p:tag name="AS_UNIQUEID" val="474"/>
</p:tagLst>
</file>

<file path=ppt/tags/tag129.xml><?xml version="1.0" encoding="utf-8"?>
<p:tagLst xmlns:p="http://schemas.openxmlformats.org/presentationml/2006/main">
  <p:tag name="AS_UNIQUEID" val="475"/>
</p:tagLst>
</file>

<file path=ppt/tags/tag130.xml><?xml version="1.0" encoding="utf-8"?>
<p:tagLst xmlns:p="http://schemas.openxmlformats.org/presentationml/2006/main">
  <p:tag name="AS_UNIQUEID" val="476"/>
</p:tagLst>
</file>

<file path=ppt/tags/tag131.xml><?xml version="1.0" encoding="utf-8"?>
<p:tagLst xmlns:p="http://schemas.openxmlformats.org/presentationml/2006/main">
  <p:tag name="AS_UNIQUEID" val="478"/>
</p:tagLst>
</file>

<file path=ppt/tags/tag132.xml><?xml version="1.0" encoding="utf-8"?>
<p:tagLst xmlns:p="http://schemas.openxmlformats.org/presentationml/2006/main">
  <p:tag name="AS_UNIQUEID" val="479"/>
</p:tagLst>
</file>

<file path=ppt/tags/tag133.xml><?xml version="1.0" encoding="utf-8"?>
<p:tagLst xmlns:p="http://schemas.openxmlformats.org/presentationml/2006/main">
  <p:tag name="AS_UNIQUEID" val="480"/>
</p:tagLst>
</file>

<file path=ppt/tags/tag134.xml><?xml version="1.0" encoding="utf-8"?>
<p:tagLst xmlns:p="http://schemas.openxmlformats.org/presentationml/2006/main">
  <p:tag name="AS_UNIQUEID" val="481"/>
</p:tagLst>
</file>

<file path=ppt/tags/tag135.xml><?xml version="1.0" encoding="utf-8"?>
<p:tagLst xmlns:p="http://schemas.openxmlformats.org/presentationml/2006/main">
  <p:tag name="AS_UNIQUEID" val="483"/>
</p:tagLst>
</file>

<file path=ppt/tags/tag136.xml><?xml version="1.0" encoding="utf-8"?>
<p:tagLst xmlns:p="http://schemas.openxmlformats.org/presentationml/2006/main">
  <p:tag name="AS_UNIQUEID" val="484"/>
</p:tagLst>
</file>

<file path=ppt/tags/tag137.xml><?xml version="1.0" encoding="utf-8"?>
<p:tagLst xmlns:p="http://schemas.openxmlformats.org/presentationml/2006/main">
  <p:tag name="AS_UNIQUEID" val="485"/>
</p:tagLst>
</file>

<file path=ppt/tags/tag138.xml><?xml version="1.0" encoding="utf-8"?>
<p:tagLst xmlns:p="http://schemas.openxmlformats.org/presentationml/2006/main">
  <p:tag name="AS_UNIQUEID" val="486"/>
</p:tagLst>
</file>

<file path=ppt/tags/tag139.xml><?xml version="1.0" encoding="utf-8"?>
<p:tagLst xmlns:p="http://schemas.openxmlformats.org/presentationml/2006/main">
  <p:tag name="AS_UNIQUEID" val="488"/>
</p:tagLst>
</file>

<file path=ppt/tags/tag140.xml><?xml version="1.0" encoding="utf-8"?>
<p:tagLst xmlns:p="http://schemas.openxmlformats.org/presentationml/2006/main">
  <p:tag name="AS_UNIQUEID" val="489"/>
</p:tagLst>
</file>

<file path=ppt/tags/tag141.xml><?xml version="1.0" encoding="utf-8"?>
<p:tagLst xmlns:p="http://schemas.openxmlformats.org/presentationml/2006/main">
  <p:tag name="AS_UNIQUEID" val="490"/>
</p:tagLst>
</file>

<file path=ppt/tags/tag142.xml><?xml version="1.0" encoding="utf-8"?>
<p:tagLst xmlns:p="http://schemas.openxmlformats.org/presentationml/2006/main">
  <p:tag name="AS_UNIQUEID" val="491"/>
</p:tagLst>
</file>

<file path=ppt/tags/tag143.xml><?xml version="1.0" encoding="utf-8"?>
<p:tagLst xmlns:p="http://schemas.openxmlformats.org/presentationml/2006/main">
  <p:tag name="AS_UNIQUEID" val="493"/>
</p:tagLst>
</file>

<file path=ppt/tags/tag144.xml><?xml version="1.0" encoding="utf-8"?>
<p:tagLst xmlns:p="http://schemas.openxmlformats.org/presentationml/2006/main">
  <p:tag name="AS_UNIQUEID" val="494"/>
</p:tagLst>
</file>

<file path=ppt/tags/tag145.xml><?xml version="1.0" encoding="utf-8"?>
<p:tagLst xmlns:p="http://schemas.openxmlformats.org/presentationml/2006/main">
  <p:tag name="AS_UNIQUEID" val="495"/>
</p:tagLst>
</file>

<file path=ppt/tags/tag146.xml><?xml version="1.0" encoding="utf-8"?>
<p:tagLst xmlns:p="http://schemas.openxmlformats.org/presentationml/2006/main">
  <p:tag name="AS_UNIQUEID" val="496"/>
</p:tagLst>
</file>

<file path=ppt/tags/tag147.xml><?xml version="1.0" encoding="utf-8"?>
<p:tagLst xmlns:p="http://schemas.openxmlformats.org/presentationml/2006/main">
  <p:tag name="AS_UNIQUEID" val="498"/>
</p:tagLst>
</file>

<file path=ppt/tags/tag148.xml><?xml version="1.0" encoding="utf-8"?>
<p:tagLst xmlns:p="http://schemas.openxmlformats.org/presentationml/2006/main">
  <p:tag name="AS_UNIQUEID" val="499"/>
</p:tagLst>
</file>

<file path=ppt/tags/tag149.xml><?xml version="1.0" encoding="utf-8"?>
<p:tagLst xmlns:p="http://schemas.openxmlformats.org/presentationml/2006/main">
  <p:tag name="AS_UNIQUEID" val="500"/>
</p:tagLst>
</file>

<file path=ppt/tags/tag150.xml><?xml version="1.0" encoding="utf-8"?>
<p:tagLst xmlns:p="http://schemas.openxmlformats.org/presentationml/2006/main">
  <p:tag name="AS_UNIQUEID" val="501"/>
</p:tagLst>
</file>

<file path=ppt/tags/tag151.xml><?xml version="1.0" encoding="utf-8"?>
<p:tagLst xmlns:p="http://schemas.openxmlformats.org/presentationml/2006/main">
  <p:tag name="AS_UNIQUEID" val="503"/>
</p:tagLst>
</file>

<file path=ppt/tags/tag152.xml><?xml version="1.0" encoding="utf-8"?>
<p:tagLst xmlns:p="http://schemas.openxmlformats.org/presentationml/2006/main">
  <p:tag name="AS_UNIQUEID" val="504"/>
</p:tagLst>
</file>

<file path=ppt/tags/tag153.xml><?xml version="1.0" encoding="utf-8"?>
<p:tagLst xmlns:p="http://schemas.openxmlformats.org/presentationml/2006/main">
  <p:tag name="AS_UNIQUEID" val="505"/>
</p:tagLst>
</file>

<file path=ppt/tags/tag154.xml><?xml version="1.0" encoding="utf-8"?>
<p:tagLst xmlns:p="http://schemas.openxmlformats.org/presentationml/2006/main">
  <p:tag name="AS_UNIQUEID" val="506"/>
</p:tagLst>
</file>

<file path=ppt/tags/tag155.xml><?xml version="1.0" encoding="utf-8"?>
<p:tagLst xmlns:p="http://schemas.openxmlformats.org/presentationml/2006/main">
  <p:tag name="AS_UNIQUEID" val="508"/>
</p:tagLst>
</file>

<file path=ppt/tags/tag156.xml><?xml version="1.0" encoding="utf-8"?>
<p:tagLst xmlns:p="http://schemas.openxmlformats.org/presentationml/2006/main">
  <p:tag name="AS_UNIQUEID" val="509"/>
</p:tagLst>
</file>

<file path=ppt/tags/tag157.xml><?xml version="1.0" encoding="utf-8"?>
<p:tagLst xmlns:p="http://schemas.openxmlformats.org/presentationml/2006/main">
  <p:tag name="AS_UNIQUEID" val="510"/>
</p:tagLst>
</file>

<file path=ppt/tags/tag158.xml><?xml version="1.0" encoding="utf-8"?>
<p:tagLst xmlns:p="http://schemas.openxmlformats.org/presentationml/2006/main">
  <p:tag name="AS_UNIQUEID" val="511"/>
</p:tagLst>
</file>

<file path=ppt/tags/tag159.xml><?xml version="1.0" encoding="utf-8"?>
<p:tagLst xmlns:p="http://schemas.openxmlformats.org/presentationml/2006/main">
  <p:tag name="AS_UNIQUEID" val="513"/>
</p:tagLst>
</file>

<file path=ppt/tags/tag160.xml><?xml version="1.0" encoding="utf-8"?>
<p:tagLst xmlns:p="http://schemas.openxmlformats.org/presentationml/2006/main">
  <p:tag name="AS_UNIQUEID" val="514"/>
</p:tagLst>
</file>

<file path=ppt/tags/tag161.xml><?xml version="1.0" encoding="utf-8"?>
<p:tagLst xmlns:p="http://schemas.openxmlformats.org/presentationml/2006/main">
  <p:tag name="AS_UNIQUEID" val="515"/>
</p:tagLst>
</file>

<file path=ppt/tags/tag162.xml><?xml version="1.0" encoding="utf-8"?>
<p:tagLst xmlns:p="http://schemas.openxmlformats.org/presentationml/2006/main">
  <p:tag name="AS_UNIQUEID" val="516"/>
</p:tagLst>
</file>

<file path=ppt/tags/tag163.xml><?xml version="1.0" encoding="utf-8"?>
<p:tagLst xmlns:p="http://schemas.openxmlformats.org/presentationml/2006/main">
  <p:tag name="AS_UNIQUEID" val="518"/>
</p:tagLst>
</file>

<file path=ppt/tags/tag164.xml><?xml version="1.0" encoding="utf-8"?>
<p:tagLst xmlns:p="http://schemas.openxmlformats.org/presentationml/2006/main">
  <p:tag name="AS_UNIQUEID" val="519"/>
</p:tagLst>
</file>

<file path=ppt/tags/tag165.xml><?xml version="1.0" encoding="utf-8"?>
<p:tagLst xmlns:p="http://schemas.openxmlformats.org/presentationml/2006/main">
  <p:tag name="AS_UNIQUEID" val="520"/>
</p:tagLst>
</file>

<file path=ppt/tags/tag166.xml><?xml version="1.0" encoding="utf-8"?>
<p:tagLst xmlns:p="http://schemas.openxmlformats.org/presentationml/2006/main">
  <p:tag name="AS_UNIQUEID" val="521"/>
</p:tagLst>
</file>

<file path=ppt/tags/tag167.xml><?xml version="1.0" encoding="utf-8"?>
<p:tagLst xmlns:p="http://schemas.openxmlformats.org/presentationml/2006/main">
  <p:tag name="AS_UNIQUEID" val="523"/>
</p:tagLst>
</file>

<file path=ppt/tags/tag168.xml><?xml version="1.0" encoding="utf-8"?>
<p:tagLst xmlns:p="http://schemas.openxmlformats.org/presentationml/2006/main">
  <p:tag name="AS_UNIQUEID" val="524"/>
</p:tagLst>
</file>

<file path=ppt/tags/tag169.xml><?xml version="1.0" encoding="utf-8"?>
<p:tagLst xmlns:p="http://schemas.openxmlformats.org/presentationml/2006/main">
  <p:tag name="AS_UNIQUEID" val="525"/>
</p:tagLst>
</file>

<file path=ppt/tags/tag170.xml><?xml version="1.0" encoding="utf-8"?>
<p:tagLst xmlns:p="http://schemas.openxmlformats.org/presentationml/2006/main">
  <p:tag name="AS_UNIQUEID" val="526"/>
</p:tagLst>
</file>

<file path=ppt/tags/tag171.xml><?xml version="1.0" encoding="utf-8"?>
<p:tagLst xmlns:p="http://schemas.openxmlformats.org/presentationml/2006/main">
  <p:tag name="AS_UNIQUEID" val="528"/>
</p:tagLst>
</file>

<file path=ppt/tags/tag172.xml><?xml version="1.0" encoding="utf-8"?>
<p:tagLst xmlns:p="http://schemas.openxmlformats.org/presentationml/2006/main">
  <p:tag name="AS_UNIQUEID" val="529"/>
</p:tagLst>
</file>

<file path=ppt/tags/tag173.xml><?xml version="1.0" encoding="utf-8"?>
<p:tagLst xmlns:p="http://schemas.openxmlformats.org/presentationml/2006/main">
  <p:tag name="AS_UNIQUEID" val="530"/>
</p:tagLst>
</file>

<file path=ppt/tags/tag174.xml><?xml version="1.0" encoding="utf-8"?>
<p:tagLst xmlns:p="http://schemas.openxmlformats.org/presentationml/2006/main">
  <p:tag name="AS_UNIQUEID" val="531"/>
</p:tagLst>
</file>

<file path=ppt/tags/tag175.xml><?xml version="1.0" encoding="utf-8"?>
<p:tagLst xmlns:p="http://schemas.openxmlformats.org/presentationml/2006/main">
  <p:tag name="AS_UNIQUEID" val="533"/>
</p:tagLst>
</file>

<file path=ppt/tags/tag176.xml><?xml version="1.0" encoding="utf-8"?>
<p:tagLst xmlns:p="http://schemas.openxmlformats.org/presentationml/2006/main">
  <p:tag name="AS_UNIQUEID" val="534"/>
</p:tagLst>
</file>

<file path=ppt/tags/tag177.xml><?xml version="1.0" encoding="utf-8"?>
<p:tagLst xmlns:p="http://schemas.openxmlformats.org/presentationml/2006/main">
  <p:tag name="AS_UNIQUEID" val="535"/>
</p:tagLst>
</file>

<file path=ppt/tags/tag178.xml><?xml version="1.0" encoding="utf-8"?>
<p:tagLst xmlns:p="http://schemas.openxmlformats.org/presentationml/2006/main">
  <p:tag name="AS_UNIQUEID" val="536"/>
</p:tagLst>
</file>

<file path=ppt/tags/tag179.xml><?xml version="1.0" encoding="utf-8"?>
<p:tagLst xmlns:p="http://schemas.openxmlformats.org/presentationml/2006/main">
  <p:tag name="AS_UNIQUEID" val="538"/>
</p:tagLst>
</file>

<file path=ppt/tags/tag180.xml><?xml version="1.0" encoding="utf-8"?>
<p:tagLst xmlns:p="http://schemas.openxmlformats.org/presentationml/2006/main">
  <p:tag name="AS_UNIQUEID" val="539"/>
</p:tagLst>
</file>

<file path=ppt/tags/tag181.xml><?xml version="1.0" encoding="utf-8"?>
<p:tagLst xmlns:p="http://schemas.openxmlformats.org/presentationml/2006/main">
  <p:tag name="AS_UNIQUEID" val="540"/>
</p:tagLst>
</file>

<file path=ppt/tags/tag182.xml><?xml version="1.0" encoding="utf-8"?>
<p:tagLst xmlns:p="http://schemas.openxmlformats.org/presentationml/2006/main">
  <p:tag name="AS_UNIQUEID" val="541"/>
</p:tagLst>
</file>

<file path=ppt/tags/tag183.xml><?xml version="1.0" encoding="utf-8"?>
<p:tagLst xmlns:p="http://schemas.openxmlformats.org/presentationml/2006/main">
  <p:tag name="AS_UNIQUEID" val="543"/>
</p:tagLst>
</file>

<file path=ppt/tags/tag184.xml><?xml version="1.0" encoding="utf-8"?>
<p:tagLst xmlns:p="http://schemas.openxmlformats.org/presentationml/2006/main">
  <p:tag name="AS_UNIQUEID" val="544"/>
</p:tagLst>
</file>

<file path=ppt/tags/tag185.xml><?xml version="1.0" encoding="utf-8"?>
<p:tagLst xmlns:p="http://schemas.openxmlformats.org/presentationml/2006/main">
  <p:tag name="AS_UNIQUEID" val="545"/>
</p:tagLst>
</file>

<file path=ppt/tags/tag186.xml><?xml version="1.0" encoding="utf-8"?>
<p:tagLst xmlns:p="http://schemas.openxmlformats.org/presentationml/2006/main">
  <p:tag name="AS_UNIQUEID" val="546"/>
</p:tagLst>
</file>

<file path=ppt/tags/tag187.xml><?xml version="1.0" encoding="utf-8"?>
<p:tagLst xmlns:p="http://schemas.openxmlformats.org/presentationml/2006/main">
  <p:tag name="AS_UNIQUEID" val="548"/>
</p:tagLst>
</file>

<file path=ppt/tags/tag188.xml><?xml version="1.0" encoding="utf-8"?>
<p:tagLst xmlns:p="http://schemas.openxmlformats.org/presentationml/2006/main">
  <p:tag name="AS_UNIQUEID" val="549"/>
</p:tagLst>
</file>

<file path=ppt/tags/tag189.xml><?xml version="1.0" encoding="utf-8"?>
<p:tagLst xmlns:p="http://schemas.openxmlformats.org/presentationml/2006/main">
  <p:tag name="AS_UNIQUEID" val="550"/>
</p:tagLst>
</file>

<file path=ppt/tags/tag190.xml><?xml version="1.0" encoding="utf-8"?>
<p:tagLst xmlns:p="http://schemas.openxmlformats.org/presentationml/2006/main">
  <p:tag name="AS_UNIQUEID" val="551"/>
</p:tagLst>
</file>

<file path=ppt/tags/tag191.xml><?xml version="1.0" encoding="utf-8"?>
<p:tagLst xmlns:p="http://schemas.openxmlformats.org/presentationml/2006/main">
  <p:tag name="AS_UNIQUEID" val="553"/>
</p:tagLst>
</file>

<file path=ppt/tags/tag192.xml><?xml version="1.0" encoding="utf-8"?>
<p:tagLst xmlns:p="http://schemas.openxmlformats.org/presentationml/2006/main">
  <p:tag name="AS_UNIQUEID" val="554"/>
</p:tagLst>
</file>

<file path=ppt/tags/tag193.xml><?xml version="1.0" encoding="utf-8"?>
<p:tagLst xmlns:p="http://schemas.openxmlformats.org/presentationml/2006/main">
  <p:tag name="AS_UNIQUEID" val="555"/>
</p:tagLst>
</file>

<file path=ppt/tags/tag194.xml><?xml version="1.0" encoding="utf-8"?>
<p:tagLst xmlns:p="http://schemas.openxmlformats.org/presentationml/2006/main">
  <p:tag name="AS_UNIQUEID" val="556"/>
</p:tagLst>
</file>

<file path=ppt/tags/tag195.xml><?xml version="1.0" encoding="utf-8"?>
<p:tagLst xmlns:p="http://schemas.openxmlformats.org/presentationml/2006/main">
  <p:tag name="AS_UNIQUEID" val="558"/>
</p:tagLst>
</file>

<file path=ppt/tags/tag196.xml><?xml version="1.0" encoding="utf-8"?>
<p:tagLst xmlns:p="http://schemas.openxmlformats.org/presentationml/2006/main">
  <p:tag name="AS_UNIQUEID" val="559"/>
</p:tagLst>
</file>

<file path=ppt/tags/tag197.xml><?xml version="1.0" encoding="utf-8"?>
<p:tagLst xmlns:p="http://schemas.openxmlformats.org/presentationml/2006/main">
  <p:tag name="AS_UNIQUEID" val="560"/>
</p:tagLst>
</file>

<file path=ppt/tags/tag198.xml><?xml version="1.0" encoding="utf-8"?>
<p:tagLst xmlns:p="http://schemas.openxmlformats.org/presentationml/2006/main">
  <p:tag name="AS_UNIQUEID" val="561"/>
</p:tagLst>
</file>

<file path=ppt/tags/tag199.xml><?xml version="1.0" encoding="utf-8"?>
<p:tagLst xmlns:p="http://schemas.openxmlformats.org/presentationml/2006/main">
  <p:tag name="AS_UNIQUEID" val="563"/>
</p:tagLst>
</file>

<file path=ppt/tags/tag200.xml><?xml version="1.0" encoding="utf-8"?>
<p:tagLst xmlns:p="http://schemas.openxmlformats.org/presentationml/2006/main">
  <p:tag name="AS_UNIQUEID" val="564"/>
</p:tagLst>
</file>

<file path=ppt/tags/tag201.xml><?xml version="1.0" encoding="utf-8"?>
<p:tagLst xmlns:p="http://schemas.openxmlformats.org/presentationml/2006/main">
  <p:tag name="AS_UNIQUEID" val="565"/>
</p:tagLst>
</file>

<file path=ppt/tags/tag202.xml><?xml version="1.0" encoding="utf-8"?>
<p:tagLst xmlns:p="http://schemas.openxmlformats.org/presentationml/2006/main">
  <p:tag name="AS_UNIQUEID" val="566"/>
</p:tagLst>
</file>

<file path=ppt/tags/tag203.xml><?xml version="1.0" encoding="utf-8"?>
<p:tagLst xmlns:p="http://schemas.openxmlformats.org/presentationml/2006/main">
  <p:tag name="AS_UNIQUEID" val="568"/>
</p:tagLst>
</file>

<file path=ppt/tags/tag204.xml><?xml version="1.0" encoding="utf-8"?>
<p:tagLst xmlns:p="http://schemas.openxmlformats.org/presentationml/2006/main">
  <p:tag name="AS_UNIQUEID" val="569"/>
</p:tagLst>
</file>

<file path=ppt/tags/tag205.xml><?xml version="1.0" encoding="utf-8"?>
<p:tagLst xmlns:p="http://schemas.openxmlformats.org/presentationml/2006/main">
  <p:tag name="AS_UNIQUEID" val="570"/>
</p:tagLst>
</file>

<file path=ppt/tags/tag206.xml><?xml version="1.0" encoding="utf-8"?>
<p:tagLst xmlns:p="http://schemas.openxmlformats.org/presentationml/2006/main">
  <p:tag name="AS_UNIQUEID" val="571"/>
</p:tagLst>
</file>

<file path=ppt/tags/tag207.xml><?xml version="1.0" encoding="utf-8"?>
<p:tagLst xmlns:p="http://schemas.openxmlformats.org/presentationml/2006/main">
  <p:tag name="AS_UNIQUEID" val="573"/>
</p:tagLst>
</file>

<file path=ppt/tags/tag208.xml><?xml version="1.0" encoding="utf-8"?>
<p:tagLst xmlns:p="http://schemas.openxmlformats.org/presentationml/2006/main">
  <p:tag name="AS_UNIQUEID" val="574"/>
</p:tagLst>
</file>

<file path=ppt/tags/tag209.xml><?xml version="1.0" encoding="utf-8"?>
<p:tagLst xmlns:p="http://schemas.openxmlformats.org/presentationml/2006/main">
  <p:tag name="AS_UNIQUEID" val="575"/>
</p:tagLst>
</file>

<file path=ppt/tags/tag210.xml><?xml version="1.0" encoding="utf-8"?>
<p:tagLst xmlns:p="http://schemas.openxmlformats.org/presentationml/2006/main">
  <p:tag name="AS_UNIQUEID" val="576"/>
</p:tagLst>
</file>

<file path=ppt/tags/tag211.xml><?xml version="1.0" encoding="utf-8"?>
<p:tagLst xmlns:p="http://schemas.openxmlformats.org/presentationml/2006/main">
  <p:tag name="AS_UNIQUEID" val="578"/>
</p:tagLst>
</file>

<file path=ppt/tags/tag212.xml><?xml version="1.0" encoding="utf-8"?>
<p:tagLst xmlns:p="http://schemas.openxmlformats.org/presentationml/2006/main">
  <p:tag name="AS_UNIQUEID" val="579"/>
</p:tagLst>
</file>

<file path=ppt/tags/tag213.xml><?xml version="1.0" encoding="utf-8"?>
<p:tagLst xmlns:p="http://schemas.openxmlformats.org/presentationml/2006/main">
  <p:tag name="AS_UNIQUEID" val="580"/>
</p:tagLst>
</file>

<file path=ppt/tags/tag214.xml><?xml version="1.0" encoding="utf-8"?>
<p:tagLst xmlns:p="http://schemas.openxmlformats.org/presentationml/2006/main">
  <p:tag name="AS_UNIQUEID" val="581"/>
</p:tagLst>
</file>

<file path=ppt/tags/tag215.xml><?xml version="1.0" encoding="utf-8"?>
<p:tagLst xmlns:p="http://schemas.openxmlformats.org/presentationml/2006/main">
  <p:tag name="AS_UNIQUEID" val="583"/>
</p:tagLst>
</file>

<file path=ppt/tags/tag216.xml><?xml version="1.0" encoding="utf-8"?>
<p:tagLst xmlns:p="http://schemas.openxmlformats.org/presentationml/2006/main">
  <p:tag name="AS_UNIQUEID" val="584"/>
</p:tagLst>
</file>

<file path=ppt/tags/tag217.xml><?xml version="1.0" encoding="utf-8"?>
<p:tagLst xmlns:p="http://schemas.openxmlformats.org/presentationml/2006/main">
  <p:tag name="AS_UNIQUEID" val="585"/>
</p:tagLst>
</file>

<file path=ppt/tags/tag218.xml><?xml version="1.0" encoding="utf-8"?>
<p:tagLst xmlns:p="http://schemas.openxmlformats.org/presentationml/2006/main">
  <p:tag name="AS_UNIQUEID" val="586"/>
</p:tagLst>
</file>

<file path=ppt/tags/tag219.xml><?xml version="1.0" encoding="utf-8"?>
<p:tagLst xmlns:p="http://schemas.openxmlformats.org/presentationml/2006/main">
  <p:tag name="AS_UNIQUEID" val="588"/>
</p:tagLst>
</file>

<file path=ppt/tags/tag220.xml><?xml version="1.0" encoding="utf-8"?>
<p:tagLst xmlns:p="http://schemas.openxmlformats.org/presentationml/2006/main">
  <p:tag name="AS_UNIQUEID" val="589"/>
</p:tagLst>
</file>

<file path=ppt/tags/tag221.xml><?xml version="1.0" encoding="utf-8"?>
<p:tagLst xmlns:p="http://schemas.openxmlformats.org/presentationml/2006/main">
  <p:tag name="AS_UNIQUEID" val="590"/>
</p:tagLst>
</file>

<file path=ppt/tags/tag222.xml><?xml version="1.0" encoding="utf-8"?>
<p:tagLst xmlns:p="http://schemas.openxmlformats.org/presentationml/2006/main">
  <p:tag name="AS_UNIQUEID" val="591"/>
</p:tagLst>
</file>

<file path=ppt/tags/tag223.xml><?xml version="1.0" encoding="utf-8"?>
<p:tagLst xmlns:p="http://schemas.openxmlformats.org/presentationml/2006/main">
  <p:tag name="AS_UNIQUEID" val="593"/>
</p:tagLst>
</file>

<file path=ppt/tags/tag224.xml><?xml version="1.0" encoding="utf-8"?>
<p:tagLst xmlns:p="http://schemas.openxmlformats.org/presentationml/2006/main">
  <p:tag name="AS_UNIQUEID" val="594"/>
</p:tagLst>
</file>

<file path=ppt/tags/tag225.xml><?xml version="1.0" encoding="utf-8"?>
<p:tagLst xmlns:p="http://schemas.openxmlformats.org/presentationml/2006/main">
  <p:tag name="AS_UNIQUEID" val="595"/>
</p:tagLst>
</file>

<file path=ppt/tags/tag226.xml><?xml version="1.0" encoding="utf-8"?>
<p:tagLst xmlns:p="http://schemas.openxmlformats.org/presentationml/2006/main">
  <p:tag name="AS_UNIQUEID" val="596"/>
</p:tagLst>
</file>

<file path=ppt/tags/tag227.xml><?xml version="1.0" encoding="utf-8"?>
<p:tagLst xmlns:p="http://schemas.openxmlformats.org/presentationml/2006/main">
  <p:tag name="AS_UNIQUEID" val="598"/>
</p:tagLst>
</file>

<file path=ppt/tags/tag228.xml><?xml version="1.0" encoding="utf-8"?>
<p:tagLst xmlns:p="http://schemas.openxmlformats.org/presentationml/2006/main">
  <p:tag name="AS_UNIQUEID" val="599"/>
</p:tagLst>
</file>

<file path=ppt/tags/tag229.xml><?xml version="1.0" encoding="utf-8"?>
<p:tagLst xmlns:p="http://schemas.openxmlformats.org/presentationml/2006/main">
  <p:tag name="AS_UNIQUEID" val="600"/>
</p:tagLst>
</file>

<file path=ppt/tags/tag230.xml><?xml version="1.0" encoding="utf-8"?>
<p:tagLst xmlns:p="http://schemas.openxmlformats.org/presentationml/2006/main">
  <p:tag name="AS_UNIQUEID" val="601"/>
</p:tagLst>
</file>

<file path=ppt/tags/tag231.xml><?xml version="1.0" encoding="utf-8"?>
<p:tagLst xmlns:p="http://schemas.openxmlformats.org/presentationml/2006/main">
  <p:tag name="AS_UNIQUEID" val="603"/>
</p:tagLst>
</file>

<file path=ppt/tags/tag232.xml><?xml version="1.0" encoding="utf-8"?>
<p:tagLst xmlns:p="http://schemas.openxmlformats.org/presentationml/2006/main">
  <p:tag name="AS_UNIQUEID" val="604"/>
</p:tagLst>
</file>

<file path=ppt/tags/tag233.xml><?xml version="1.0" encoding="utf-8"?>
<p:tagLst xmlns:p="http://schemas.openxmlformats.org/presentationml/2006/main">
  <p:tag name="AS_UNIQUEID" val="605"/>
</p:tagLst>
</file>

<file path=ppt/tags/tag234.xml><?xml version="1.0" encoding="utf-8"?>
<p:tagLst xmlns:p="http://schemas.openxmlformats.org/presentationml/2006/main">
  <p:tag name="AS_UNIQUEID" val="606"/>
</p:tagLst>
</file>

<file path=ppt/tags/tag235.xml><?xml version="1.0" encoding="utf-8"?>
<p:tagLst xmlns:p="http://schemas.openxmlformats.org/presentationml/2006/main">
  <p:tag name="AS_UNIQUEID" val="608"/>
</p:tagLst>
</file>

<file path=ppt/tags/tag236.xml><?xml version="1.0" encoding="utf-8"?>
<p:tagLst xmlns:p="http://schemas.openxmlformats.org/presentationml/2006/main">
  <p:tag name="AS_UNIQUEID" val="609"/>
</p:tagLst>
</file>

<file path=ppt/tags/tag237.xml><?xml version="1.0" encoding="utf-8"?>
<p:tagLst xmlns:p="http://schemas.openxmlformats.org/presentationml/2006/main">
  <p:tag name="AS_UNIQUEID" val="610"/>
</p:tagLst>
</file>

<file path=ppt/tags/tag238.xml><?xml version="1.0" encoding="utf-8"?>
<p:tagLst xmlns:p="http://schemas.openxmlformats.org/presentationml/2006/main">
  <p:tag name="AS_UNIQUEID" val="611"/>
</p:tagLst>
</file>

<file path=ppt/tags/tag239.xml><?xml version="1.0" encoding="utf-8"?>
<p:tagLst xmlns:p="http://schemas.openxmlformats.org/presentationml/2006/main">
  <p:tag name="AS_UNIQUEID" val="613"/>
</p:tagLst>
</file>

<file path=ppt/tags/tag240.xml><?xml version="1.0" encoding="utf-8"?>
<p:tagLst xmlns:p="http://schemas.openxmlformats.org/presentationml/2006/main">
  <p:tag name="AS_UNIQUEID" val="614"/>
</p:tagLst>
</file>

<file path=ppt/tags/tag241.xml><?xml version="1.0" encoding="utf-8"?>
<p:tagLst xmlns:p="http://schemas.openxmlformats.org/presentationml/2006/main">
  <p:tag name="AS_UNIQUEID" val="615"/>
</p:tagLst>
</file>

<file path=ppt/tags/tag242.xml><?xml version="1.0" encoding="utf-8"?>
<p:tagLst xmlns:p="http://schemas.openxmlformats.org/presentationml/2006/main">
  <p:tag name="AS_UNIQUEID" val="616"/>
</p:tagLst>
</file>

<file path=ppt/tags/tag243.xml><?xml version="1.0" encoding="utf-8"?>
<p:tagLst xmlns:p="http://schemas.openxmlformats.org/presentationml/2006/main">
  <p:tag name="AS_UNIQUEID" val="618"/>
</p:tagLst>
</file>

<file path=ppt/tags/tag244.xml><?xml version="1.0" encoding="utf-8"?>
<p:tagLst xmlns:p="http://schemas.openxmlformats.org/presentationml/2006/main">
  <p:tag name="AS_UNIQUEID" val="619"/>
</p:tagLst>
</file>

<file path=ppt/tags/tag245.xml><?xml version="1.0" encoding="utf-8"?>
<p:tagLst xmlns:p="http://schemas.openxmlformats.org/presentationml/2006/main">
  <p:tag name="AS_UNIQUEID" val="620"/>
</p:tagLst>
</file>

<file path=ppt/tags/tag246.xml><?xml version="1.0" encoding="utf-8"?>
<p:tagLst xmlns:p="http://schemas.openxmlformats.org/presentationml/2006/main">
  <p:tag name="AS_UNIQUEID" val="621"/>
</p:tagLst>
</file>

<file path=ppt/tags/tag247.xml><?xml version="1.0" encoding="utf-8"?>
<p:tagLst xmlns:p="http://schemas.openxmlformats.org/presentationml/2006/main">
  <p:tag name="AS_UNIQUEID" val="623"/>
</p:tagLst>
</file>

<file path=ppt/tags/tag248.xml><?xml version="1.0" encoding="utf-8"?>
<p:tagLst xmlns:p="http://schemas.openxmlformats.org/presentationml/2006/main">
  <p:tag name="AS_UNIQUEID" val="624"/>
</p:tagLst>
</file>

<file path=ppt/tags/tag249.xml><?xml version="1.0" encoding="utf-8"?>
<p:tagLst xmlns:p="http://schemas.openxmlformats.org/presentationml/2006/main">
  <p:tag name="AS_UNIQUEID" val="625"/>
</p:tagLst>
</file>

<file path=ppt/tags/tag250.xml><?xml version="1.0" encoding="utf-8"?>
<p:tagLst xmlns:p="http://schemas.openxmlformats.org/presentationml/2006/main">
  <p:tag name="AS_UNIQUEID" val="626"/>
</p:tagLst>
</file>

<file path=ppt/tags/tag251.xml><?xml version="1.0" encoding="utf-8"?>
<p:tagLst xmlns:p="http://schemas.openxmlformats.org/presentationml/2006/main">
  <p:tag name="AS_UNIQUEID" val="628"/>
</p:tagLst>
</file>

<file path=ppt/tags/tag252.xml><?xml version="1.0" encoding="utf-8"?>
<p:tagLst xmlns:p="http://schemas.openxmlformats.org/presentationml/2006/main">
  <p:tag name="AS_UNIQUEID" val="629"/>
</p:tagLst>
</file>

<file path=ppt/tags/tag253.xml><?xml version="1.0" encoding="utf-8"?>
<p:tagLst xmlns:p="http://schemas.openxmlformats.org/presentationml/2006/main">
  <p:tag name="AS_UNIQUEID" val="630"/>
</p:tagLst>
</file>

<file path=ppt/tags/tag254.xml><?xml version="1.0" encoding="utf-8"?>
<p:tagLst xmlns:p="http://schemas.openxmlformats.org/presentationml/2006/main">
  <p:tag name="AS_UNIQUEID" val="631"/>
</p:tagLst>
</file>

<file path=ppt/tags/tag255.xml><?xml version="1.0" encoding="utf-8"?>
<p:tagLst xmlns:p="http://schemas.openxmlformats.org/presentationml/2006/main">
  <p:tag name="AS_UNIQUEID" val="633"/>
</p:tagLst>
</file>

<file path=ppt/tags/tag256.xml><?xml version="1.0" encoding="utf-8"?>
<p:tagLst xmlns:p="http://schemas.openxmlformats.org/presentationml/2006/main">
  <p:tag name="AS_UNIQUEID" val="634"/>
</p:tagLst>
</file>

<file path=ppt/tags/tag257.xml><?xml version="1.0" encoding="utf-8"?>
<p:tagLst xmlns:p="http://schemas.openxmlformats.org/presentationml/2006/main">
  <p:tag name="AS_UNIQUEID" val="635"/>
</p:tagLst>
</file>

<file path=ppt/tags/tag258.xml><?xml version="1.0" encoding="utf-8"?>
<p:tagLst xmlns:p="http://schemas.openxmlformats.org/presentationml/2006/main">
  <p:tag name="AS_UNIQUEID" val="636"/>
</p:tagLst>
</file>

<file path=ppt/tags/tag259.xml><?xml version="1.0" encoding="utf-8"?>
<p:tagLst xmlns:p="http://schemas.openxmlformats.org/presentationml/2006/main">
  <p:tag name="AS_UNIQUEID" val="638"/>
</p:tagLst>
</file>

<file path=ppt/tags/tag260.xml><?xml version="1.0" encoding="utf-8"?>
<p:tagLst xmlns:p="http://schemas.openxmlformats.org/presentationml/2006/main">
  <p:tag name="AS_UNIQUEID" val="639"/>
</p:tagLst>
</file>

<file path=ppt/tags/tag261.xml><?xml version="1.0" encoding="utf-8"?>
<p:tagLst xmlns:p="http://schemas.openxmlformats.org/presentationml/2006/main">
  <p:tag name="AS_UNIQUEID" val="640"/>
</p:tagLst>
</file>

<file path=ppt/tags/tag262.xml><?xml version="1.0" encoding="utf-8"?>
<p:tagLst xmlns:p="http://schemas.openxmlformats.org/presentationml/2006/main">
  <p:tag name="AS_UNIQUEID" val="641"/>
</p:tagLst>
</file>

<file path=ppt/tags/tag263.xml><?xml version="1.0" encoding="utf-8"?>
<p:tagLst xmlns:p="http://schemas.openxmlformats.org/presentationml/2006/main">
  <p:tag name="AS_UNIQUEID" val="643"/>
</p:tagLst>
</file>

<file path=ppt/tags/tag264.xml><?xml version="1.0" encoding="utf-8"?>
<p:tagLst xmlns:p="http://schemas.openxmlformats.org/presentationml/2006/main">
  <p:tag name="AS_UNIQUEID" val="644"/>
</p:tagLst>
</file>

<file path=ppt/tags/tag265.xml><?xml version="1.0" encoding="utf-8"?>
<p:tagLst xmlns:p="http://schemas.openxmlformats.org/presentationml/2006/main">
  <p:tag name="AS_UNIQUEID" val="645"/>
</p:tagLst>
</file>

<file path=ppt/tags/tag266.xml><?xml version="1.0" encoding="utf-8"?>
<p:tagLst xmlns:p="http://schemas.openxmlformats.org/presentationml/2006/main">
  <p:tag name="AS_UNIQUEID" val="646"/>
</p:tagLst>
</file>

<file path=ppt/tags/tag267.xml><?xml version="1.0" encoding="utf-8"?>
<p:tagLst xmlns:p="http://schemas.openxmlformats.org/presentationml/2006/main">
  <p:tag name="AS_UNIQUEID" val="648"/>
</p:tagLst>
</file>

<file path=ppt/tags/tag268.xml><?xml version="1.0" encoding="utf-8"?>
<p:tagLst xmlns:p="http://schemas.openxmlformats.org/presentationml/2006/main">
  <p:tag name="AS_UNIQUEID" val="649"/>
</p:tagLst>
</file>

<file path=ppt/tags/tag269.xml><?xml version="1.0" encoding="utf-8"?>
<p:tagLst xmlns:p="http://schemas.openxmlformats.org/presentationml/2006/main">
  <p:tag name="AS_UNIQUEID" val="650"/>
</p:tagLst>
</file>

<file path=ppt/tags/tag270.xml><?xml version="1.0" encoding="utf-8"?>
<p:tagLst xmlns:p="http://schemas.openxmlformats.org/presentationml/2006/main">
  <p:tag name="AS_UNIQUEID" val="651"/>
</p:tagLst>
</file>

<file path=ppt/tags/tag271.xml><?xml version="1.0" encoding="utf-8"?>
<p:tagLst xmlns:p="http://schemas.openxmlformats.org/presentationml/2006/main">
  <p:tag name="AS_UNIQUEID" val="653"/>
</p:tagLst>
</file>

<file path=ppt/tags/tag272.xml><?xml version="1.0" encoding="utf-8"?>
<p:tagLst xmlns:p="http://schemas.openxmlformats.org/presentationml/2006/main">
  <p:tag name="AS_UNIQUEID" val="654"/>
</p:tagLst>
</file>

<file path=ppt/tags/tag273.xml><?xml version="1.0" encoding="utf-8"?>
<p:tagLst xmlns:p="http://schemas.openxmlformats.org/presentationml/2006/main">
  <p:tag name="AS_UNIQUEID" val="655"/>
</p:tagLst>
</file>

<file path=ppt/tags/tag274.xml><?xml version="1.0" encoding="utf-8"?>
<p:tagLst xmlns:p="http://schemas.openxmlformats.org/presentationml/2006/main">
  <p:tag name="AS_UNIQUEID" val="656"/>
</p:tagLst>
</file>

<file path=ppt/tags/tag275.xml><?xml version="1.0" encoding="utf-8"?>
<p:tagLst xmlns:p="http://schemas.openxmlformats.org/presentationml/2006/main">
  <p:tag name="AS_UNIQUEID" val="658"/>
</p:tagLst>
</file>

<file path=ppt/tags/tag276.xml><?xml version="1.0" encoding="utf-8"?>
<p:tagLst xmlns:p="http://schemas.openxmlformats.org/presentationml/2006/main">
  <p:tag name="AS_UNIQUEID" val="659"/>
</p:tagLst>
</file>

<file path=ppt/tags/tag277.xml><?xml version="1.0" encoding="utf-8"?>
<p:tagLst xmlns:p="http://schemas.openxmlformats.org/presentationml/2006/main">
  <p:tag name="AS_UNIQUEID" val="660"/>
</p:tagLst>
</file>

<file path=ppt/tags/tag278.xml><?xml version="1.0" encoding="utf-8"?>
<p:tagLst xmlns:p="http://schemas.openxmlformats.org/presentationml/2006/main">
  <p:tag name="AS_UNIQUEID" val="661"/>
</p:tagLst>
</file>

<file path=ppt/tags/tag279.xml><?xml version="1.0" encoding="utf-8"?>
<p:tagLst xmlns:p="http://schemas.openxmlformats.org/presentationml/2006/main">
  <p:tag name="AS_UNIQUEID" val="663"/>
</p:tagLst>
</file>

<file path=ppt/tags/tag280.xml><?xml version="1.0" encoding="utf-8"?>
<p:tagLst xmlns:p="http://schemas.openxmlformats.org/presentationml/2006/main">
  <p:tag name="AS_UNIQUEID" val="664"/>
</p:tagLst>
</file>

<file path=ppt/tags/tag281.xml><?xml version="1.0" encoding="utf-8"?>
<p:tagLst xmlns:p="http://schemas.openxmlformats.org/presentationml/2006/main">
  <p:tag name="AS_UNIQUEID" val="665"/>
</p:tagLst>
</file>

<file path=ppt/tags/tag282.xml><?xml version="1.0" encoding="utf-8"?>
<p:tagLst xmlns:p="http://schemas.openxmlformats.org/presentationml/2006/main">
  <p:tag name="AS_UNIQUEID" val="666"/>
</p:tagLst>
</file>

<file path=ppt/tags/tag283.xml><?xml version="1.0" encoding="utf-8"?>
<p:tagLst xmlns:p="http://schemas.openxmlformats.org/presentationml/2006/main">
  <p:tag name="AS_UNIQUEID" val="668"/>
</p:tagLst>
</file>

<file path=ppt/tags/tag284.xml><?xml version="1.0" encoding="utf-8"?>
<p:tagLst xmlns:p="http://schemas.openxmlformats.org/presentationml/2006/main">
  <p:tag name="AS_UNIQUEID" val="669"/>
</p:tagLst>
</file>

<file path=ppt/tags/tag285.xml><?xml version="1.0" encoding="utf-8"?>
<p:tagLst xmlns:p="http://schemas.openxmlformats.org/presentationml/2006/main">
  <p:tag name="AS_UNIQUEID" val="670"/>
</p:tagLst>
</file>

<file path=ppt/tags/tag286.xml><?xml version="1.0" encoding="utf-8"?>
<p:tagLst xmlns:p="http://schemas.openxmlformats.org/presentationml/2006/main">
  <p:tag name="AS_UNIQUEID" val="671"/>
</p:tagLst>
</file>

<file path=ppt/tags/tag287.xml><?xml version="1.0" encoding="utf-8"?>
<p:tagLst xmlns:p="http://schemas.openxmlformats.org/presentationml/2006/main">
  <p:tag name="AS_UNIQUEID" val="673"/>
</p:tagLst>
</file>

<file path=ppt/tags/tag288.xml><?xml version="1.0" encoding="utf-8"?>
<p:tagLst xmlns:p="http://schemas.openxmlformats.org/presentationml/2006/main">
  <p:tag name="AS_UNIQUEID" val="674"/>
</p:tagLst>
</file>

<file path=ppt/tags/tag289.xml><?xml version="1.0" encoding="utf-8"?>
<p:tagLst xmlns:p="http://schemas.openxmlformats.org/presentationml/2006/main">
  <p:tag name="AS_UNIQUEID" val="675"/>
</p:tagLst>
</file>

<file path=ppt/tags/tag290.xml><?xml version="1.0" encoding="utf-8"?>
<p:tagLst xmlns:p="http://schemas.openxmlformats.org/presentationml/2006/main">
  <p:tag name="AS_UNIQUEID" val="676"/>
</p:tagLst>
</file>

<file path=ppt/tags/tag291.xml><?xml version="1.0" encoding="utf-8"?>
<p:tagLst xmlns:p="http://schemas.openxmlformats.org/presentationml/2006/main">
  <p:tag name="AS_UNIQUEID" val="677"/>
</p:tagLst>
</file>

<file path=ppt/tags/tag292.xml><?xml version="1.0" encoding="utf-8"?>
<p:tagLst xmlns:p="http://schemas.openxmlformats.org/presentationml/2006/main">
  <p:tag name="AS_UNIQUEID" val="679"/>
</p:tagLst>
</file>

<file path=ppt/tags/tag293.xml><?xml version="1.0" encoding="utf-8"?>
<p:tagLst xmlns:p="http://schemas.openxmlformats.org/presentationml/2006/main">
  <p:tag name="AS_UNIQUEID" val="680"/>
</p:tagLst>
</file>

<file path=ppt/tags/tag294.xml><?xml version="1.0" encoding="utf-8"?>
<p:tagLst xmlns:p="http://schemas.openxmlformats.org/presentationml/2006/main">
  <p:tag name="AS_UNIQUEID" val="681"/>
</p:tagLst>
</file>

<file path=ppt/tags/tag295.xml><?xml version="1.0" encoding="utf-8"?>
<p:tagLst xmlns:p="http://schemas.openxmlformats.org/presentationml/2006/main">
  <p:tag name="AS_UNIQUEID" val="682"/>
</p:tagLst>
</file>

<file path=ppt/tags/tag296.xml><?xml version="1.0" encoding="utf-8"?>
<p:tagLst xmlns:p="http://schemas.openxmlformats.org/presentationml/2006/main">
  <p:tag name="AS_UNIQUEID" val="684"/>
</p:tagLst>
</file>

<file path=ppt/tags/tag297.xml><?xml version="1.0" encoding="utf-8"?>
<p:tagLst xmlns:p="http://schemas.openxmlformats.org/presentationml/2006/main">
  <p:tag name="AS_UNIQUEID" val="685"/>
</p:tagLst>
</file>

<file path=ppt/tags/tag298.xml><?xml version="1.0" encoding="utf-8"?>
<p:tagLst xmlns:p="http://schemas.openxmlformats.org/presentationml/2006/main">
  <p:tag name="AS_UNIQUEID" val="686"/>
</p:tagLst>
</file>

<file path=ppt/tags/tag299.xml><?xml version="1.0" encoding="utf-8"?>
<p:tagLst xmlns:p="http://schemas.openxmlformats.org/presentationml/2006/main">
  <p:tag name="AS_UNIQUEID" val="688"/>
</p:tagLst>
</file>

<file path=ppt/tags/tag300.xml><?xml version="1.0" encoding="utf-8"?>
<p:tagLst xmlns:p="http://schemas.openxmlformats.org/presentationml/2006/main">
  <p:tag name="AS_UNIQUEID" val="689"/>
</p:tagLst>
</file>

<file path=ppt/tags/tag301.xml><?xml version="1.0" encoding="utf-8"?>
<p:tagLst xmlns:p="http://schemas.openxmlformats.org/presentationml/2006/main">
  <p:tag name="AS_UNIQUEID" val="690"/>
</p:tagLst>
</file>

<file path=ppt/tags/tag302.xml><?xml version="1.0" encoding="utf-8"?>
<p:tagLst xmlns:p="http://schemas.openxmlformats.org/presentationml/2006/main">
  <p:tag name="AS_UNIQUEID" val="691"/>
</p:tagLst>
</file>

<file path=ppt/tags/tag303.xml><?xml version="1.0" encoding="utf-8"?>
<p:tagLst xmlns:p="http://schemas.openxmlformats.org/presentationml/2006/main">
  <p:tag name="AS_UNIQUEID" val="693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04.xml><?xml version="1.0" encoding="utf-8"?>
<p:tagLst xmlns:p="http://schemas.openxmlformats.org/presentationml/2006/main">
  <p:tag name="AS_UNIQUEID" val="694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05.xml><?xml version="1.0" encoding="utf-8"?>
<p:tagLst xmlns:p="http://schemas.openxmlformats.org/presentationml/2006/main">
  <p:tag name="AS_UNIQUEID" val="695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06.xml><?xml version="1.0" encoding="utf-8"?>
<p:tagLst xmlns:p="http://schemas.openxmlformats.org/presentationml/2006/main">
  <p:tag name="AS_UNIQUEID" val="696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07.xml><?xml version="1.0" encoding="utf-8"?>
<p:tagLst xmlns:p="http://schemas.openxmlformats.org/presentationml/2006/main">
  <p:tag name="AS_UNIQUEID" val="697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08.xml><?xml version="1.0" encoding="utf-8"?>
<p:tagLst xmlns:p="http://schemas.openxmlformats.org/presentationml/2006/main">
  <p:tag name="AS_UNIQUEID" val="700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309.xml><?xml version="1.0" encoding="utf-8"?>
<p:tagLst xmlns:p="http://schemas.openxmlformats.org/presentationml/2006/main">
  <p:tag name="AS_UNIQUEID" val="701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310.xml><?xml version="1.0" encoding="utf-8"?>
<p:tagLst xmlns:p="http://schemas.openxmlformats.org/presentationml/2006/main">
  <p:tag name="AS_UNIQUEID" val="702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311.xml><?xml version="1.0" encoding="utf-8"?>
<p:tagLst xmlns:p="http://schemas.openxmlformats.org/presentationml/2006/main">
  <p:tag name="AS_UNIQUEID" val="703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312.xml><?xml version="1.0" encoding="utf-8"?>
<p:tagLst xmlns:p="http://schemas.openxmlformats.org/presentationml/2006/main">
  <p:tag name="AS_UNIQUEID" val="704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313.xml><?xml version="1.0" encoding="utf-8"?>
<p:tagLst xmlns:p="http://schemas.openxmlformats.org/presentationml/2006/main">
  <p:tag name="AS_UNIQUEID" val="706"/>
</p:tagLst>
</file>

<file path=ppt/tags/tag314.xml><?xml version="1.0" encoding="utf-8"?>
<p:tagLst xmlns:p="http://schemas.openxmlformats.org/presentationml/2006/main">
  <p:tag name="AS_UNIQUEID" val="707"/>
</p:tagLst>
</file>

<file path=ppt/tags/tag315.xml><?xml version="1.0" encoding="utf-8"?>
<p:tagLst xmlns:p="http://schemas.openxmlformats.org/presentationml/2006/main">
  <p:tag name="AS_UNIQUEID" val="708"/>
</p:tagLst>
</file>

<file path=ppt/tags/tag316.xml><?xml version="1.0" encoding="utf-8"?>
<p:tagLst xmlns:p="http://schemas.openxmlformats.org/presentationml/2006/main">
  <p:tag name="AS_UNIQUEID" val="709"/>
</p:tagLst>
</file>

<file path=ppt/tags/tag317.xml><?xml version="1.0" encoding="utf-8"?>
<p:tagLst xmlns:p="http://schemas.openxmlformats.org/presentationml/2006/main">
  <p:tag name="AS_UNIQUEID" val="710"/>
</p:tagLst>
</file>

<file path=ppt/tags/tag318.xml><?xml version="1.0" encoding="utf-8"?>
<p:tagLst xmlns:p="http://schemas.openxmlformats.org/presentationml/2006/main">
  <p:tag name="AS_UNIQUEID" val="711"/>
</p:tagLst>
</file>

<file path=ppt/tags/tag319.xml><?xml version="1.0" encoding="utf-8"?>
<p:tagLst xmlns:p="http://schemas.openxmlformats.org/presentationml/2006/main">
  <p:tag name="AS_UNIQUEID" val="1002"/>
</p:tagLst>
</file>

<file path=ppt/tags/tag320.xml><?xml version="1.0" encoding="utf-8"?>
<p:tagLst xmlns:p="http://schemas.openxmlformats.org/presentationml/2006/main">
  <p:tag name="AS_UNIQUEID" val="713"/>
</p:tagLst>
</file>

<file path=ppt/tags/tag321.xml><?xml version="1.0" encoding="utf-8"?>
<p:tagLst xmlns:p="http://schemas.openxmlformats.org/presentationml/2006/main">
  <p:tag name="AS_UNIQUEID" val="714"/>
</p:tagLst>
</file>

<file path=ppt/tags/tag322.xml><?xml version="1.0" encoding="utf-8"?>
<p:tagLst xmlns:p="http://schemas.openxmlformats.org/presentationml/2006/main">
  <p:tag name="AS_UNIQUEID" val="715"/>
</p:tagLst>
</file>

<file path=ppt/tags/tag323.xml><?xml version="1.0" encoding="utf-8"?>
<p:tagLst xmlns:p="http://schemas.openxmlformats.org/presentationml/2006/main">
  <p:tag name="AS_UNIQUEID" val="716"/>
</p:tagLst>
</file>

<file path=ppt/tags/tag324.xml><?xml version="1.0" encoding="utf-8"?>
<p:tagLst xmlns:p="http://schemas.openxmlformats.org/presentationml/2006/main">
  <p:tag name="AS_UNIQUEID" val="717"/>
</p:tagLst>
</file>

<file path=ppt/tags/tag325.xml><?xml version="1.0" encoding="utf-8"?>
<p:tagLst xmlns:p="http://schemas.openxmlformats.org/presentationml/2006/main">
  <p:tag name="AS_UNIQUEID" val="719"/>
</p:tagLst>
</file>

<file path=ppt/tags/tag326.xml><?xml version="1.0" encoding="utf-8"?>
<p:tagLst xmlns:p="http://schemas.openxmlformats.org/presentationml/2006/main">
  <p:tag name="AS_UNIQUEID" val="720"/>
</p:tagLst>
</file>

<file path=ppt/tags/tag327.xml><?xml version="1.0" encoding="utf-8"?>
<p:tagLst xmlns:p="http://schemas.openxmlformats.org/presentationml/2006/main">
  <p:tag name="AS_UNIQUEID" val="721"/>
</p:tagLst>
</file>

<file path=ppt/tags/tag328.xml><?xml version="1.0" encoding="utf-8"?>
<p:tagLst xmlns:p="http://schemas.openxmlformats.org/presentationml/2006/main">
  <p:tag name="AS_UNIQUEID" val="722"/>
</p:tagLst>
</file>

<file path=ppt/tags/tag329.xml><?xml version="1.0" encoding="utf-8"?>
<p:tagLst xmlns:p="http://schemas.openxmlformats.org/presentationml/2006/main">
  <p:tag name="AS_UNIQUEID" val="723"/>
</p:tagLst>
</file>

<file path=ppt/tags/tag330.xml><?xml version="1.0" encoding="utf-8"?>
<p:tagLst xmlns:p="http://schemas.openxmlformats.org/presentationml/2006/main">
  <p:tag name="AS_UNIQUEID" val="726"/>
</p:tagLst>
</file>

<file path=ppt/tags/tag331.xml><?xml version="1.0" encoding="utf-8"?>
<p:tagLst xmlns:p="http://schemas.openxmlformats.org/presentationml/2006/main">
  <p:tag name="AS_UNIQUEID" val="1007"/>
</p:tagLst>
</file>

<file path=ppt/tags/tag332.xml><?xml version="1.0" encoding="utf-8"?>
<p:tagLst xmlns:p="http://schemas.openxmlformats.org/presentationml/2006/main">
  <p:tag name="AS_UNIQUEID" val="1009"/>
</p:tagLst>
</file>

<file path=ppt/tags/tag333.xml><?xml version="1.0" encoding="utf-8"?>
<p:tagLst xmlns:p="http://schemas.openxmlformats.org/presentationml/2006/main">
  <p:tag name="AS_UNIQUEID" val="1011"/>
</p:tagLst>
</file>

<file path=ppt/tags/tag334.xml><?xml version="1.0" encoding="utf-8"?>
<p:tagLst xmlns:p="http://schemas.openxmlformats.org/presentationml/2006/main">
  <p:tag name="AS_UNIQUEID" val="1012"/>
</p:tagLst>
</file>

<file path=ppt/tags/tag335.xml><?xml version="1.0" encoding="utf-8"?>
<p:tagLst xmlns:p="http://schemas.openxmlformats.org/presentationml/2006/main">
  <p:tag name="AS_UNIQUEID" val="1013"/>
</p:tagLst>
</file>

<file path=ppt/tags/tag336.xml><?xml version="1.0" encoding="utf-8"?>
<p:tagLst xmlns:p="http://schemas.openxmlformats.org/presentationml/2006/main">
  <p:tag name="AS_UNIQUEID" val="1014"/>
</p:tagLst>
</file>

<file path=ppt/tags/tag337.xml><?xml version="1.0" encoding="utf-8"?>
<p:tagLst xmlns:p="http://schemas.openxmlformats.org/presentationml/2006/main">
  <p:tag name="AS_UNIQUEID" val="1016"/>
</p:tagLst>
</file>

<file path=ppt/tags/tag338.xml><?xml version="1.0" encoding="utf-8"?>
<p:tagLst xmlns:p="http://schemas.openxmlformats.org/presentationml/2006/main">
  <p:tag name="AS_UNIQUEID" val="1017"/>
</p:tagLst>
</file>

<file path=ppt/tags/tag339.xml><?xml version="1.0" encoding="utf-8"?>
<p:tagLst xmlns:p="http://schemas.openxmlformats.org/presentationml/2006/main">
  <p:tag name="AS_UNIQUEID" val="1018"/>
</p:tagLst>
</file>

<file path=ppt/tags/tag340.xml><?xml version="1.0" encoding="utf-8"?>
<p:tagLst xmlns:p="http://schemas.openxmlformats.org/presentationml/2006/main">
  <p:tag name="AS_UNIQUEID" val="1019"/>
</p:tagLst>
</file>

<file path=ppt/tags/tag341.xml><?xml version="1.0" encoding="utf-8"?>
<p:tagLst xmlns:p="http://schemas.openxmlformats.org/presentationml/2006/main">
  <p:tag name="AS_UNIQUEID" val="1021"/>
</p:tagLst>
</file>

<file path=ppt/tags/tag342.xml><?xml version="1.0" encoding="utf-8"?>
<p:tagLst xmlns:p="http://schemas.openxmlformats.org/presentationml/2006/main">
  <p:tag name="AS_UNIQUEID" val="1022"/>
</p:tagLst>
</file>

<file path=ppt/tags/tag343.xml><?xml version="1.0" encoding="utf-8"?>
<p:tagLst xmlns:p="http://schemas.openxmlformats.org/presentationml/2006/main">
  <p:tag name="AS_UNIQUEID" val="1023"/>
</p:tagLst>
</file>

<file path=ppt/tags/tag344.xml><?xml version="1.0" encoding="utf-8"?>
<p:tagLst xmlns:p="http://schemas.openxmlformats.org/presentationml/2006/main">
  <p:tag name="AS_UNIQUEID" val="1024"/>
</p:tagLst>
</file>

<file path=ppt/tags/tag345.xml><?xml version="1.0" encoding="utf-8"?>
<p:tagLst xmlns:p="http://schemas.openxmlformats.org/presentationml/2006/main">
  <p:tag name="AS_UNIQUEID" val="1026"/>
</p:tagLst>
</file>

<file path=ppt/tags/tag346.xml><?xml version="1.0" encoding="utf-8"?>
<p:tagLst xmlns:p="http://schemas.openxmlformats.org/presentationml/2006/main">
  <p:tag name="AS_UNIQUEID" val="1027"/>
</p:tagLst>
</file>

<file path=ppt/tags/tag347.xml><?xml version="1.0" encoding="utf-8"?>
<p:tagLst xmlns:p="http://schemas.openxmlformats.org/presentationml/2006/main">
  <p:tag name="AS_UNIQUEID" val="1028"/>
</p:tagLst>
</file>

<file path=ppt/tags/tag348.xml><?xml version="1.0" encoding="utf-8"?>
<p:tagLst xmlns:p="http://schemas.openxmlformats.org/presentationml/2006/main">
  <p:tag name="AS_UNIQUEID" val="1029"/>
</p:tagLst>
</file>

<file path=ppt/tags/tag349.xml><?xml version="1.0" encoding="utf-8"?>
<p:tagLst xmlns:p="http://schemas.openxmlformats.org/presentationml/2006/main">
  <p:tag name="AS_UNIQUEID" val="1031"/>
</p:tagLst>
</file>

<file path=ppt/tags/tag350.xml><?xml version="1.0" encoding="utf-8"?>
<p:tagLst xmlns:p="http://schemas.openxmlformats.org/presentationml/2006/main">
  <p:tag name="AS_UNIQUEID" val="1032"/>
</p:tagLst>
</file>

<file path=ppt/tags/tag351.xml><?xml version="1.0" encoding="utf-8"?>
<p:tagLst xmlns:p="http://schemas.openxmlformats.org/presentationml/2006/main">
  <p:tag name="AS_UNIQUEID" val="1033"/>
</p:tagLst>
</file>

<file path=ppt/tags/tag352.xml><?xml version="1.0" encoding="utf-8"?>
<p:tagLst xmlns:p="http://schemas.openxmlformats.org/presentationml/2006/main">
  <p:tag name="AS_UNIQUEID" val="1034"/>
</p:tagLst>
</file>

<file path=ppt/tags/tag353.xml><?xml version="1.0" encoding="utf-8"?>
<p:tagLst xmlns:p="http://schemas.openxmlformats.org/presentationml/2006/main">
  <p:tag name="AS_UNIQUEID" val="1036"/>
</p:tagLst>
</file>

<file path=ppt/tags/tag354.xml><?xml version="1.0" encoding="utf-8"?>
<p:tagLst xmlns:p="http://schemas.openxmlformats.org/presentationml/2006/main">
  <p:tag name="AS_UNIQUEID" val="1037"/>
</p:tagLst>
</file>

<file path=ppt/tags/tag355.xml><?xml version="1.0" encoding="utf-8"?>
<p:tagLst xmlns:p="http://schemas.openxmlformats.org/presentationml/2006/main">
  <p:tag name="AS_UNIQUEID" val="1038"/>
</p:tagLst>
</file>

<file path=ppt/tags/tag356.xml><?xml version="1.0" encoding="utf-8"?>
<p:tagLst xmlns:p="http://schemas.openxmlformats.org/presentationml/2006/main">
  <p:tag name="AS_UNIQUEID" val="1039"/>
</p:tagLst>
</file>

<file path=ppt/tags/tag357.xml><?xml version="1.0" encoding="utf-8"?>
<p:tagLst xmlns:p="http://schemas.openxmlformats.org/presentationml/2006/main">
  <p:tag name="AS_UNIQUEID" val="1041"/>
</p:tagLst>
</file>

<file path=ppt/tags/tag358.xml><?xml version="1.0" encoding="utf-8"?>
<p:tagLst xmlns:p="http://schemas.openxmlformats.org/presentationml/2006/main">
  <p:tag name="AS_UNIQUEID" val="1042"/>
</p:tagLst>
</file>

<file path=ppt/tags/tag359.xml><?xml version="1.0" encoding="utf-8"?>
<p:tagLst xmlns:p="http://schemas.openxmlformats.org/presentationml/2006/main">
  <p:tag name="AS_UNIQUEID" val="1043"/>
</p:tagLst>
</file>

<file path=ppt/tags/tag360.xml><?xml version="1.0" encoding="utf-8"?>
<p:tagLst xmlns:p="http://schemas.openxmlformats.org/presentationml/2006/main">
  <p:tag name="AS_UNIQUEID" val="1044"/>
</p:tagLst>
</file>

<file path=ppt/tags/tag361.xml><?xml version="1.0" encoding="utf-8"?>
<p:tagLst xmlns:p="http://schemas.openxmlformats.org/presentationml/2006/main">
  <p:tag name="AS_UNIQUEID" val="1046"/>
</p:tagLst>
</file>

<file path=ppt/tags/tag362.xml><?xml version="1.0" encoding="utf-8"?>
<p:tagLst xmlns:p="http://schemas.openxmlformats.org/presentationml/2006/main">
  <p:tag name="AS_UNIQUEID" val="1047"/>
</p:tagLst>
</file>

<file path=ppt/tags/tag363.xml><?xml version="1.0" encoding="utf-8"?>
<p:tagLst xmlns:p="http://schemas.openxmlformats.org/presentationml/2006/main">
  <p:tag name="AS_UNIQUEID" val="1048"/>
</p:tagLst>
</file>

<file path=ppt/tags/tag364.xml><?xml version="1.0" encoding="utf-8"?>
<p:tagLst xmlns:p="http://schemas.openxmlformats.org/presentationml/2006/main">
  <p:tag name="AS_UNIQUEID" val="1049"/>
</p:tagLst>
</file>

<file path=ppt/tags/tag365.xml><?xml version="1.0" encoding="utf-8"?>
<p:tagLst xmlns:p="http://schemas.openxmlformats.org/presentationml/2006/main">
  <p:tag name="AS_UNIQUEID" val="1051"/>
</p:tagLst>
</file>

<file path=ppt/tags/tag366.xml><?xml version="1.0" encoding="utf-8"?>
<p:tagLst xmlns:p="http://schemas.openxmlformats.org/presentationml/2006/main">
  <p:tag name="AS_UNIQUEID" val="1052"/>
</p:tagLst>
</file>

<file path=ppt/tags/tag367.xml><?xml version="1.0" encoding="utf-8"?>
<p:tagLst xmlns:p="http://schemas.openxmlformats.org/presentationml/2006/main">
  <p:tag name="AS_UNIQUEID" val="1053"/>
</p:tagLst>
</file>

<file path=ppt/tags/tag368.xml><?xml version="1.0" encoding="utf-8"?>
<p:tagLst xmlns:p="http://schemas.openxmlformats.org/presentationml/2006/main">
  <p:tag name="AS_UNIQUEID" val="1054"/>
</p:tagLst>
</file>

<file path=ppt/tags/tag369.xml><?xml version="1.0" encoding="utf-8"?>
<p:tagLst xmlns:p="http://schemas.openxmlformats.org/presentationml/2006/main">
  <p:tag name="AS_UNIQUEID" val="1056"/>
</p:tagLst>
</file>

<file path=ppt/tags/tag370.xml><?xml version="1.0" encoding="utf-8"?>
<p:tagLst xmlns:p="http://schemas.openxmlformats.org/presentationml/2006/main">
  <p:tag name="AS_UNIQUEID" val="1057"/>
</p:tagLst>
</file>

<file path=ppt/tags/tag371.xml><?xml version="1.0" encoding="utf-8"?>
<p:tagLst xmlns:p="http://schemas.openxmlformats.org/presentationml/2006/main">
  <p:tag name="AS_UNIQUEID" val="1058"/>
</p:tagLst>
</file>

<file path=ppt/tags/tag372.xml><?xml version="1.0" encoding="utf-8"?>
<p:tagLst xmlns:p="http://schemas.openxmlformats.org/presentationml/2006/main">
  <p:tag name="AS_UNIQUEID" val="1059"/>
</p:tagLst>
</file>

<file path=ppt/tags/tag373.xml><?xml version="1.0" encoding="utf-8"?>
<p:tagLst xmlns:p="http://schemas.openxmlformats.org/presentationml/2006/main">
  <p:tag name="AS_UNIQUEID" val="1061"/>
</p:tagLst>
</file>

<file path=ppt/tags/tag374.xml><?xml version="1.0" encoding="utf-8"?>
<p:tagLst xmlns:p="http://schemas.openxmlformats.org/presentationml/2006/main">
  <p:tag name="AS_UNIQUEID" val="1062"/>
</p:tagLst>
</file>

<file path=ppt/tags/tag375.xml><?xml version="1.0" encoding="utf-8"?>
<p:tagLst xmlns:p="http://schemas.openxmlformats.org/presentationml/2006/main">
  <p:tag name="AS_UNIQUEID" val="1063"/>
</p:tagLst>
</file>

<file path=ppt/tags/tag376.xml><?xml version="1.0" encoding="utf-8"?>
<p:tagLst xmlns:p="http://schemas.openxmlformats.org/presentationml/2006/main">
  <p:tag name="AS_UNIQUEID" val="1064"/>
</p:tagLst>
</file>

<file path=ppt/tags/tag377.xml><?xml version="1.0" encoding="utf-8"?>
<p:tagLst xmlns:p="http://schemas.openxmlformats.org/presentationml/2006/main">
  <p:tag name="AS_UNIQUEID" val="1066"/>
</p:tagLst>
</file>

<file path=ppt/tags/tag378.xml><?xml version="1.0" encoding="utf-8"?>
<p:tagLst xmlns:p="http://schemas.openxmlformats.org/presentationml/2006/main">
  <p:tag name="AS_UNIQUEID" val="1067"/>
</p:tagLst>
</file>

<file path=ppt/tags/tag379.xml><?xml version="1.0" encoding="utf-8"?>
<p:tagLst xmlns:p="http://schemas.openxmlformats.org/presentationml/2006/main">
  <p:tag name="AS_UNIQUEID" val="1068"/>
</p:tagLst>
</file>

<file path=ppt/tags/tag380.xml><?xml version="1.0" encoding="utf-8"?>
<p:tagLst xmlns:p="http://schemas.openxmlformats.org/presentationml/2006/main">
  <p:tag name="AS_UNIQUEID" val="1069"/>
</p:tagLst>
</file>

<file path=ppt/tags/tag381.xml><?xml version="1.0" encoding="utf-8"?>
<p:tagLst xmlns:p="http://schemas.openxmlformats.org/presentationml/2006/main">
  <p:tag name="AS_UNIQUEID" val="1071"/>
</p:tagLst>
</file>

<file path=ppt/tags/tag382.xml><?xml version="1.0" encoding="utf-8"?>
<p:tagLst xmlns:p="http://schemas.openxmlformats.org/presentationml/2006/main">
  <p:tag name="AS_UNIQUEID" val="1072"/>
</p:tagLst>
</file>

<file path=ppt/tags/tag383.xml><?xml version="1.0" encoding="utf-8"?>
<p:tagLst xmlns:p="http://schemas.openxmlformats.org/presentationml/2006/main">
  <p:tag name="AS_UNIQUEID" val="1073"/>
</p:tagLst>
</file>

<file path=ppt/tags/tag384.xml><?xml version="1.0" encoding="utf-8"?>
<p:tagLst xmlns:p="http://schemas.openxmlformats.org/presentationml/2006/main">
  <p:tag name="AS_UNIQUEID" val="1074"/>
</p:tagLst>
</file>

<file path=ppt/tags/tag385.xml><?xml version="1.0" encoding="utf-8"?>
<p:tagLst xmlns:p="http://schemas.openxmlformats.org/presentationml/2006/main">
  <p:tag name="AS_UNIQUEID" val="1076"/>
</p:tagLst>
</file>

<file path=ppt/tags/tag386.xml><?xml version="1.0" encoding="utf-8"?>
<p:tagLst xmlns:p="http://schemas.openxmlformats.org/presentationml/2006/main">
  <p:tag name="AS_UNIQUEID" val="1077"/>
</p:tagLst>
</file>

<file path=ppt/tags/tag387.xml><?xml version="1.0" encoding="utf-8"?>
<p:tagLst xmlns:p="http://schemas.openxmlformats.org/presentationml/2006/main">
  <p:tag name="AS_UNIQUEID" val="1078"/>
</p:tagLst>
</file>

<file path=ppt/tags/tag388.xml><?xml version="1.0" encoding="utf-8"?>
<p:tagLst xmlns:p="http://schemas.openxmlformats.org/presentationml/2006/main">
  <p:tag name="AS_UNIQUEID" val="1079"/>
</p:tagLst>
</file>

<file path=ppt/tags/tag389.xml><?xml version="1.0" encoding="utf-8"?>
<p:tagLst xmlns:p="http://schemas.openxmlformats.org/presentationml/2006/main">
  <p:tag name="AS_UNIQUEID" val="1081"/>
</p:tagLst>
</file>

<file path=ppt/tags/tag390.xml><?xml version="1.0" encoding="utf-8"?>
<p:tagLst xmlns:p="http://schemas.openxmlformats.org/presentationml/2006/main">
  <p:tag name="AS_UNIQUEID" val="1082"/>
</p:tagLst>
</file>

<file path=ppt/tags/tag391.xml><?xml version="1.0" encoding="utf-8"?>
<p:tagLst xmlns:p="http://schemas.openxmlformats.org/presentationml/2006/main">
  <p:tag name="AS_UNIQUEID" val="1083"/>
</p:tagLst>
</file>

<file path=ppt/tags/tag392.xml><?xml version="1.0" encoding="utf-8"?>
<p:tagLst xmlns:p="http://schemas.openxmlformats.org/presentationml/2006/main">
  <p:tag name="AS_UNIQUEID" val="1084"/>
</p:tagLst>
</file>

<file path=ppt/tags/tag393.xml><?xml version="1.0" encoding="utf-8"?>
<p:tagLst xmlns:p="http://schemas.openxmlformats.org/presentationml/2006/main">
  <p:tag name="AS_UNIQUEID" val="1086"/>
</p:tagLst>
</file>

<file path=ppt/tags/tag394.xml><?xml version="1.0" encoding="utf-8"?>
<p:tagLst xmlns:p="http://schemas.openxmlformats.org/presentationml/2006/main">
  <p:tag name="AS_UNIQUEID" val="1087"/>
</p:tagLst>
</file>

<file path=ppt/tags/tag395.xml><?xml version="1.0" encoding="utf-8"?>
<p:tagLst xmlns:p="http://schemas.openxmlformats.org/presentationml/2006/main">
  <p:tag name="AS_UNIQUEID" val="1088"/>
</p:tagLst>
</file>

<file path=ppt/tags/tag396.xml><?xml version="1.0" encoding="utf-8"?>
<p:tagLst xmlns:p="http://schemas.openxmlformats.org/presentationml/2006/main">
  <p:tag name="AS_UNIQUEID" val="1089"/>
</p:tagLst>
</file>

<file path=ppt/tags/tag397.xml><?xml version="1.0" encoding="utf-8"?>
<p:tagLst xmlns:p="http://schemas.openxmlformats.org/presentationml/2006/main">
  <p:tag name="AS_UNIQUEID" val="1091"/>
</p:tagLst>
</file>

<file path=ppt/tags/tag398.xml><?xml version="1.0" encoding="utf-8"?>
<p:tagLst xmlns:p="http://schemas.openxmlformats.org/presentationml/2006/main">
  <p:tag name="AS_UNIQUEID" val="1092"/>
</p:tagLst>
</file>

<file path=ppt/tags/tag399.xml><?xml version="1.0" encoding="utf-8"?>
<p:tagLst xmlns:p="http://schemas.openxmlformats.org/presentationml/2006/main">
  <p:tag name="AS_UNIQUEID" val="1093"/>
</p:tagLst>
</file>

<file path=ppt/tags/tag400.xml><?xml version="1.0" encoding="utf-8"?>
<p:tagLst xmlns:p="http://schemas.openxmlformats.org/presentationml/2006/main">
  <p:tag name="AS_UNIQUEID" val="1094"/>
</p:tagLst>
</file>

<file path=ppt/tags/tag401.xml><?xml version="1.0" encoding="utf-8"?>
<p:tagLst xmlns:p="http://schemas.openxmlformats.org/presentationml/2006/main">
  <p:tag name="AS_UNIQUEID" val="1096"/>
</p:tagLst>
</file>

<file path=ppt/tags/tag402.xml><?xml version="1.0" encoding="utf-8"?>
<p:tagLst xmlns:p="http://schemas.openxmlformats.org/presentationml/2006/main">
  <p:tag name="AS_UNIQUEID" val="1097"/>
</p:tagLst>
</file>

<file path=ppt/tags/tag403.xml><?xml version="1.0" encoding="utf-8"?>
<p:tagLst xmlns:p="http://schemas.openxmlformats.org/presentationml/2006/main">
  <p:tag name="AS_UNIQUEID" val="1098"/>
</p:tagLst>
</file>

<file path=ppt/tags/tag404.xml><?xml version="1.0" encoding="utf-8"?>
<p:tagLst xmlns:p="http://schemas.openxmlformats.org/presentationml/2006/main">
  <p:tag name="AS_UNIQUEID" val="1099"/>
</p:tagLst>
</file>

<file path=ppt/tags/tag405.xml><?xml version="1.0" encoding="utf-8"?>
<p:tagLst xmlns:p="http://schemas.openxmlformats.org/presentationml/2006/main">
  <p:tag name="AS_UNIQUEID" val="1101"/>
</p:tagLst>
</file>

<file path=ppt/tags/tag406.xml><?xml version="1.0" encoding="utf-8"?>
<p:tagLst xmlns:p="http://schemas.openxmlformats.org/presentationml/2006/main">
  <p:tag name="AS_UNIQUEID" val="1102"/>
</p:tagLst>
</file>

<file path=ppt/tags/tag407.xml><?xml version="1.0" encoding="utf-8"?>
<p:tagLst xmlns:p="http://schemas.openxmlformats.org/presentationml/2006/main">
  <p:tag name="AS_UNIQUEID" val="1103"/>
</p:tagLst>
</file>

<file path=ppt/tags/tag408.xml><?xml version="1.0" encoding="utf-8"?>
<p:tagLst xmlns:p="http://schemas.openxmlformats.org/presentationml/2006/main">
  <p:tag name="AS_UNIQUEID" val="1104"/>
</p:tagLst>
</file>

<file path=ppt/tags/tag409.xml><?xml version="1.0" encoding="utf-8"?>
<p:tagLst xmlns:p="http://schemas.openxmlformats.org/presentationml/2006/main">
  <p:tag name="AS_UNIQUEID" val="1106"/>
</p:tagLst>
</file>

<file path=ppt/tags/tag410.xml><?xml version="1.0" encoding="utf-8"?>
<p:tagLst xmlns:p="http://schemas.openxmlformats.org/presentationml/2006/main">
  <p:tag name="AS_UNIQUEID" val="1107"/>
</p:tagLst>
</file>

<file path=ppt/tags/tag411.xml><?xml version="1.0" encoding="utf-8"?>
<p:tagLst xmlns:p="http://schemas.openxmlformats.org/presentationml/2006/main">
  <p:tag name="AS_UNIQUEID" val="1108"/>
</p:tagLst>
</file>

<file path=ppt/tags/tag412.xml><?xml version="1.0" encoding="utf-8"?>
<p:tagLst xmlns:p="http://schemas.openxmlformats.org/presentationml/2006/main">
  <p:tag name="AS_UNIQUEID" val="1109"/>
</p:tagLst>
</file>

<file path=ppt/tags/tag413.xml><?xml version="1.0" encoding="utf-8"?>
<p:tagLst xmlns:p="http://schemas.openxmlformats.org/presentationml/2006/main">
  <p:tag name="AS_UNIQUEID" val="1111"/>
</p:tagLst>
</file>

<file path=ppt/tags/tag414.xml><?xml version="1.0" encoding="utf-8"?>
<p:tagLst xmlns:p="http://schemas.openxmlformats.org/presentationml/2006/main">
  <p:tag name="AS_UNIQUEID" val="1112"/>
</p:tagLst>
</file>

<file path=ppt/tags/tag415.xml><?xml version="1.0" encoding="utf-8"?>
<p:tagLst xmlns:p="http://schemas.openxmlformats.org/presentationml/2006/main">
  <p:tag name="AS_UNIQUEID" val="1113"/>
</p:tagLst>
</file>

<file path=ppt/tags/tag416.xml><?xml version="1.0" encoding="utf-8"?>
<p:tagLst xmlns:p="http://schemas.openxmlformats.org/presentationml/2006/main">
  <p:tag name="AS_UNIQUEID" val="1114"/>
</p:tagLst>
</file>

<file path=ppt/tags/tag417.xml><?xml version="1.0" encoding="utf-8"?>
<p:tagLst xmlns:p="http://schemas.openxmlformats.org/presentationml/2006/main">
  <p:tag name="AS_UNIQUEID" val="1116"/>
</p:tagLst>
</file>

<file path=ppt/tags/tag418.xml><?xml version="1.0" encoding="utf-8"?>
<p:tagLst xmlns:p="http://schemas.openxmlformats.org/presentationml/2006/main">
  <p:tag name="AS_UNIQUEID" val="1117"/>
</p:tagLst>
</file>

<file path=ppt/tags/tag419.xml><?xml version="1.0" encoding="utf-8"?>
<p:tagLst xmlns:p="http://schemas.openxmlformats.org/presentationml/2006/main">
  <p:tag name="AS_UNIQUEID" val="1118"/>
</p:tagLst>
</file>

<file path=ppt/tags/tag420.xml><?xml version="1.0" encoding="utf-8"?>
<p:tagLst xmlns:p="http://schemas.openxmlformats.org/presentationml/2006/main">
  <p:tag name="AS_UNIQUEID" val="1119"/>
</p:tagLst>
</file>

<file path=ppt/tags/tag421.xml><?xml version="1.0" encoding="utf-8"?>
<p:tagLst xmlns:p="http://schemas.openxmlformats.org/presentationml/2006/main">
  <p:tag name="AS_UNIQUEID" val="1121"/>
</p:tagLst>
</file>

<file path=ppt/tags/tag422.xml><?xml version="1.0" encoding="utf-8"?>
<p:tagLst xmlns:p="http://schemas.openxmlformats.org/presentationml/2006/main">
  <p:tag name="AS_UNIQUEID" val="1122"/>
</p:tagLst>
</file>

<file path=ppt/tags/tag423.xml><?xml version="1.0" encoding="utf-8"?>
<p:tagLst xmlns:p="http://schemas.openxmlformats.org/presentationml/2006/main">
  <p:tag name="AS_UNIQUEID" val="1123"/>
</p:tagLst>
</file>

<file path=ppt/tags/tag424.xml><?xml version="1.0" encoding="utf-8"?>
<p:tagLst xmlns:p="http://schemas.openxmlformats.org/presentationml/2006/main">
  <p:tag name="AS_UNIQUEID" val="1124"/>
</p:tagLst>
</file>

<file path=ppt/tags/tag425.xml><?xml version="1.0" encoding="utf-8"?>
<p:tagLst xmlns:p="http://schemas.openxmlformats.org/presentationml/2006/main">
  <p:tag name="AS_UNIQUEID" val="1126"/>
</p:tagLst>
</file>

<file path=ppt/tags/tag426.xml><?xml version="1.0" encoding="utf-8"?>
<p:tagLst xmlns:p="http://schemas.openxmlformats.org/presentationml/2006/main">
  <p:tag name="AS_UNIQUEID" val="1127"/>
</p:tagLst>
</file>

<file path=ppt/tags/tag427.xml><?xml version="1.0" encoding="utf-8"?>
<p:tagLst xmlns:p="http://schemas.openxmlformats.org/presentationml/2006/main">
  <p:tag name="AS_UNIQUEID" val="1128"/>
</p:tagLst>
</file>

<file path=ppt/tags/tag428.xml><?xml version="1.0" encoding="utf-8"?>
<p:tagLst xmlns:p="http://schemas.openxmlformats.org/presentationml/2006/main">
  <p:tag name="AS_UNIQUEID" val="1129"/>
</p:tagLst>
</file>

<file path=ppt/tags/tag429.xml><?xml version="1.0" encoding="utf-8"?>
<p:tagLst xmlns:p="http://schemas.openxmlformats.org/presentationml/2006/main">
  <p:tag name="AS_UNIQUEID" val="1131"/>
</p:tagLst>
</file>

<file path=ppt/tags/tag430.xml><?xml version="1.0" encoding="utf-8"?>
<p:tagLst xmlns:p="http://schemas.openxmlformats.org/presentationml/2006/main">
  <p:tag name="AS_UNIQUEID" val="1132"/>
</p:tagLst>
</file>

<file path=ppt/tags/tag431.xml><?xml version="1.0" encoding="utf-8"?>
<p:tagLst xmlns:p="http://schemas.openxmlformats.org/presentationml/2006/main">
  <p:tag name="AS_UNIQUEID" val="1133"/>
</p:tagLst>
</file>

<file path=ppt/tags/tag432.xml><?xml version="1.0" encoding="utf-8"?>
<p:tagLst xmlns:p="http://schemas.openxmlformats.org/presentationml/2006/main">
  <p:tag name="AS_UNIQUEID" val="1134"/>
</p:tagLst>
</file>

<file path=ppt/tags/tag433.xml><?xml version="1.0" encoding="utf-8"?>
<p:tagLst xmlns:p="http://schemas.openxmlformats.org/presentationml/2006/main">
  <p:tag name="AS_UNIQUEID" val="1136"/>
</p:tagLst>
</file>

<file path=ppt/tags/tag434.xml><?xml version="1.0" encoding="utf-8"?>
<p:tagLst xmlns:p="http://schemas.openxmlformats.org/presentationml/2006/main">
  <p:tag name="AS_UNIQUEID" val="1137"/>
</p:tagLst>
</file>

<file path=ppt/tags/tag435.xml><?xml version="1.0" encoding="utf-8"?>
<p:tagLst xmlns:p="http://schemas.openxmlformats.org/presentationml/2006/main">
  <p:tag name="AS_UNIQUEID" val="1138"/>
</p:tagLst>
</file>

<file path=ppt/tags/tag436.xml><?xml version="1.0" encoding="utf-8"?>
<p:tagLst xmlns:p="http://schemas.openxmlformats.org/presentationml/2006/main">
  <p:tag name="AS_UNIQUEID" val="1139"/>
</p:tagLst>
</file>

<file path=ppt/tags/tag437.xml><?xml version="1.0" encoding="utf-8"?>
<p:tagLst xmlns:p="http://schemas.openxmlformats.org/presentationml/2006/main">
  <p:tag name="AS_UNIQUEID" val="1141"/>
</p:tagLst>
</file>

<file path=ppt/tags/tag438.xml><?xml version="1.0" encoding="utf-8"?>
<p:tagLst xmlns:p="http://schemas.openxmlformats.org/presentationml/2006/main">
  <p:tag name="AS_UNIQUEID" val="1142"/>
</p:tagLst>
</file>

<file path=ppt/tags/tag439.xml><?xml version="1.0" encoding="utf-8"?>
<p:tagLst xmlns:p="http://schemas.openxmlformats.org/presentationml/2006/main">
  <p:tag name="AS_UNIQUEID" val="1143"/>
</p:tagLst>
</file>

<file path=ppt/tags/tag440.xml><?xml version="1.0" encoding="utf-8"?>
<p:tagLst xmlns:p="http://schemas.openxmlformats.org/presentationml/2006/main">
  <p:tag name="AS_UNIQUEID" val="1144"/>
</p:tagLst>
</file>

<file path=ppt/tags/tag441.xml><?xml version="1.0" encoding="utf-8"?>
<p:tagLst xmlns:p="http://schemas.openxmlformats.org/presentationml/2006/main">
  <p:tag name="AS_UNIQUEID" val="1146"/>
</p:tagLst>
</file>

<file path=ppt/tags/tag442.xml><?xml version="1.0" encoding="utf-8"?>
<p:tagLst xmlns:p="http://schemas.openxmlformats.org/presentationml/2006/main">
  <p:tag name="AS_UNIQUEID" val="1147"/>
</p:tagLst>
</file>

<file path=ppt/tags/tag443.xml><?xml version="1.0" encoding="utf-8"?>
<p:tagLst xmlns:p="http://schemas.openxmlformats.org/presentationml/2006/main">
  <p:tag name="AS_UNIQUEID" val="1148"/>
</p:tagLst>
</file>

<file path=ppt/tags/tag444.xml><?xml version="1.0" encoding="utf-8"?>
<p:tagLst xmlns:p="http://schemas.openxmlformats.org/presentationml/2006/main">
  <p:tag name="AS_UNIQUEID" val="1149"/>
</p:tagLst>
</file>

<file path=ppt/tags/tag445.xml><?xml version="1.0" encoding="utf-8"?>
<p:tagLst xmlns:p="http://schemas.openxmlformats.org/presentationml/2006/main">
  <p:tag name="AS_UNIQUEID" val="1151"/>
</p:tagLst>
</file>

<file path=ppt/tags/tag446.xml><?xml version="1.0" encoding="utf-8"?>
<p:tagLst xmlns:p="http://schemas.openxmlformats.org/presentationml/2006/main">
  <p:tag name="AS_UNIQUEID" val="1152"/>
</p:tagLst>
</file>

<file path=ppt/tags/tag447.xml><?xml version="1.0" encoding="utf-8"?>
<p:tagLst xmlns:p="http://schemas.openxmlformats.org/presentationml/2006/main">
  <p:tag name="AS_UNIQUEID" val="1153"/>
</p:tagLst>
</file>

<file path=ppt/tags/tag448.xml><?xml version="1.0" encoding="utf-8"?>
<p:tagLst xmlns:p="http://schemas.openxmlformats.org/presentationml/2006/main">
  <p:tag name="AS_UNIQUEID" val="1154"/>
</p:tagLst>
</file>

<file path=ppt/tags/tag449.xml><?xml version="1.0" encoding="utf-8"?>
<p:tagLst xmlns:p="http://schemas.openxmlformats.org/presentationml/2006/main">
  <p:tag name="AS_UNIQUEID" val="1156"/>
</p:tagLst>
</file>

<file path=ppt/tags/tag450.xml><?xml version="1.0" encoding="utf-8"?>
<p:tagLst xmlns:p="http://schemas.openxmlformats.org/presentationml/2006/main">
  <p:tag name="AS_UNIQUEID" val="1157"/>
</p:tagLst>
</file>

<file path=ppt/tags/tag451.xml><?xml version="1.0" encoding="utf-8"?>
<p:tagLst xmlns:p="http://schemas.openxmlformats.org/presentationml/2006/main">
  <p:tag name="AS_UNIQUEID" val="1158"/>
</p:tagLst>
</file>

<file path=ppt/tags/tag452.xml><?xml version="1.0" encoding="utf-8"?>
<p:tagLst xmlns:p="http://schemas.openxmlformats.org/presentationml/2006/main">
  <p:tag name="AS_UNIQUEID" val="1159"/>
</p:tagLst>
</file>

<file path=ppt/tags/tag453.xml><?xml version="1.0" encoding="utf-8"?>
<p:tagLst xmlns:p="http://schemas.openxmlformats.org/presentationml/2006/main">
  <p:tag name="AS_UNIQUEID" val="1161"/>
</p:tagLst>
</file>

<file path=ppt/tags/tag454.xml><?xml version="1.0" encoding="utf-8"?>
<p:tagLst xmlns:p="http://schemas.openxmlformats.org/presentationml/2006/main">
  <p:tag name="AS_UNIQUEID" val="1162"/>
</p:tagLst>
</file>

<file path=ppt/tags/tag455.xml><?xml version="1.0" encoding="utf-8"?>
<p:tagLst xmlns:p="http://schemas.openxmlformats.org/presentationml/2006/main">
  <p:tag name="AS_UNIQUEID" val="1163"/>
</p:tagLst>
</file>

<file path=ppt/tags/tag456.xml><?xml version="1.0" encoding="utf-8"?>
<p:tagLst xmlns:p="http://schemas.openxmlformats.org/presentationml/2006/main">
  <p:tag name="AS_UNIQUEID" val="1164"/>
</p:tagLst>
</file>

<file path=ppt/tags/tag457.xml><?xml version="1.0" encoding="utf-8"?>
<p:tagLst xmlns:p="http://schemas.openxmlformats.org/presentationml/2006/main">
  <p:tag name="AS_UNIQUEID" val="1166"/>
</p:tagLst>
</file>

<file path=ppt/tags/tag458.xml><?xml version="1.0" encoding="utf-8"?>
<p:tagLst xmlns:p="http://schemas.openxmlformats.org/presentationml/2006/main">
  <p:tag name="AS_UNIQUEID" val="1167"/>
</p:tagLst>
</file>

<file path=ppt/tags/tag459.xml><?xml version="1.0" encoding="utf-8"?>
<p:tagLst xmlns:p="http://schemas.openxmlformats.org/presentationml/2006/main">
  <p:tag name="AS_UNIQUEID" val="1168"/>
</p:tagLst>
</file>

<file path=ppt/tags/tag460.xml><?xml version="1.0" encoding="utf-8"?>
<p:tagLst xmlns:p="http://schemas.openxmlformats.org/presentationml/2006/main">
  <p:tag name="AS_UNIQUEID" val="1169"/>
</p:tagLst>
</file>

<file path=ppt/tags/tag461.xml><?xml version="1.0" encoding="utf-8"?>
<p:tagLst xmlns:p="http://schemas.openxmlformats.org/presentationml/2006/main">
  <p:tag name="AS_UNIQUEID" val="1171"/>
</p:tagLst>
</file>

<file path=ppt/tags/tag462.xml><?xml version="1.0" encoding="utf-8"?>
<p:tagLst xmlns:p="http://schemas.openxmlformats.org/presentationml/2006/main">
  <p:tag name="AS_UNIQUEID" val="1172"/>
</p:tagLst>
</file>

<file path=ppt/tags/tag463.xml><?xml version="1.0" encoding="utf-8"?>
<p:tagLst xmlns:p="http://schemas.openxmlformats.org/presentationml/2006/main">
  <p:tag name="AS_UNIQUEID" val="1173"/>
</p:tagLst>
</file>

<file path=ppt/tags/tag464.xml><?xml version="1.0" encoding="utf-8"?>
<p:tagLst xmlns:p="http://schemas.openxmlformats.org/presentationml/2006/main">
  <p:tag name="AS_UNIQUEID" val="1174"/>
</p:tagLst>
</file>

<file path=ppt/tags/tag465.xml><?xml version="1.0" encoding="utf-8"?>
<p:tagLst xmlns:p="http://schemas.openxmlformats.org/presentationml/2006/main">
  <p:tag name="AS_UNIQUEID" val="1176"/>
</p:tagLst>
</file>

<file path=ppt/tags/tag466.xml><?xml version="1.0" encoding="utf-8"?>
<p:tagLst xmlns:p="http://schemas.openxmlformats.org/presentationml/2006/main">
  <p:tag name="AS_UNIQUEID" val="1177"/>
</p:tagLst>
</file>

<file path=ppt/tags/tag467.xml><?xml version="1.0" encoding="utf-8"?>
<p:tagLst xmlns:p="http://schemas.openxmlformats.org/presentationml/2006/main">
  <p:tag name="AS_UNIQUEID" val="1178"/>
</p:tagLst>
</file>

<file path=ppt/tags/tag468.xml><?xml version="1.0" encoding="utf-8"?>
<p:tagLst xmlns:p="http://schemas.openxmlformats.org/presentationml/2006/main">
  <p:tag name="AS_UNIQUEID" val="1179"/>
</p:tagLst>
</file>

<file path=ppt/tags/tag469.xml><?xml version="1.0" encoding="utf-8"?>
<p:tagLst xmlns:p="http://schemas.openxmlformats.org/presentationml/2006/main">
  <p:tag name="AS_UNIQUEID" val="1181"/>
</p:tagLst>
</file>

<file path=ppt/tags/tag470.xml><?xml version="1.0" encoding="utf-8"?>
<p:tagLst xmlns:p="http://schemas.openxmlformats.org/presentationml/2006/main">
  <p:tag name="AS_UNIQUEID" val="1182"/>
</p:tagLst>
</file>

<file path=ppt/tags/tag471.xml><?xml version="1.0" encoding="utf-8"?>
<p:tagLst xmlns:p="http://schemas.openxmlformats.org/presentationml/2006/main">
  <p:tag name="AS_UNIQUEID" val="1183"/>
</p:tagLst>
</file>

<file path=ppt/tags/tag472.xml><?xml version="1.0" encoding="utf-8"?>
<p:tagLst xmlns:p="http://schemas.openxmlformats.org/presentationml/2006/main">
  <p:tag name="AS_UNIQUEID" val="1184"/>
</p:tagLst>
</file>

<file path=ppt/tags/tag473.xml><?xml version="1.0" encoding="utf-8"?>
<p:tagLst xmlns:p="http://schemas.openxmlformats.org/presentationml/2006/main">
  <p:tag name="AS_UNIQUEID" val="1186"/>
</p:tagLst>
</file>

<file path=ppt/tags/tag474.xml><?xml version="1.0" encoding="utf-8"?>
<p:tagLst xmlns:p="http://schemas.openxmlformats.org/presentationml/2006/main">
  <p:tag name="AS_UNIQUEID" val="1187"/>
</p:tagLst>
</file>

<file path=ppt/tags/tag475.xml><?xml version="1.0" encoding="utf-8"?>
<p:tagLst xmlns:p="http://schemas.openxmlformats.org/presentationml/2006/main">
  <p:tag name="AS_UNIQUEID" val="1188"/>
</p:tagLst>
</file>

<file path=ppt/tags/tag476.xml><?xml version="1.0" encoding="utf-8"?>
<p:tagLst xmlns:p="http://schemas.openxmlformats.org/presentationml/2006/main">
  <p:tag name="AS_UNIQUEID" val="1189"/>
</p:tagLst>
</file>

<file path=ppt/tags/tag477.xml><?xml version="1.0" encoding="utf-8"?>
<p:tagLst xmlns:p="http://schemas.openxmlformats.org/presentationml/2006/main">
  <p:tag name="AS_UNIQUEID" val="1191"/>
</p:tagLst>
</file>

<file path=ppt/tags/tag478.xml><?xml version="1.0" encoding="utf-8"?>
<p:tagLst xmlns:p="http://schemas.openxmlformats.org/presentationml/2006/main">
  <p:tag name="AS_UNIQUEID" val="1192"/>
</p:tagLst>
</file>

<file path=ppt/tags/tag479.xml><?xml version="1.0" encoding="utf-8"?>
<p:tagLst xmlns:p="http://schemas.openxmlformats.org/presentationml/2006/main">
  <p:tag name="AS_UNIQUEID" val="1193"/>
</p:tagLst>
</file>

<file path=ppt/tags/tag480.xml><?xml version="1.0" encoding="utf-8"?>
<p:tagLst xmlns:p="http://schemas.openxmlformats.org/presentationml/2006/main">
  <p:tag name="AS_UNIQUEID" val="1194"/>
</p:tagLst>
</file>

<file path=ppt/tags/tag481.xml><?xml version="1.0" encoding="utf-8"?>
<p:tagLst xmlns:p="http://schemas.openxmlformats.org/presentationml/2006/main">
  <p:tag name="AS_UNIQUEID" val="1196"/>
</p:tagLst>
</file>

<file path=ppt/tags/tag482.xml><?xml version="1.0" encoding="utf-8"?>
<p:tagLst xmlns:p="http://schemas.openxmlformats.org/presentationml/2006/main">
  <p:tag name="AS_UNIQUEID" val="1197"/>
</p:tagLst>
</file>

<file path=ppt/tags/tag483.xml><?xml version="1.0" encoding="utf-8"?>
<p:tagLst xmlns:p="http://schemas.openxmlformats.org/presentationml/2006/main">
  <p:tag name="AS_UNIQUEID" val="1198"/>
</p:tagLst>
</file>

<file path=ppt/tags/tag484.xml><?xml version="1.0" encoding="utf-8"?>
<p:tagLst xmlns:p="http://schemas.openxmlformats.org/presentationml/2006/main">
  <p:tag name="AS_UNIQUEID" val="1199"/>
</p:tagLst>
</file>

<file path=ppt/tags/tag485.xml><?xml version="1.0" encoding="utf-8"?>
<p:tagLst xmlns:p="http://schemas.openxmlformats.org/presentationml/2006/main">
  <p:tag name="AS_UNIQUEID" val="1201"/>
</p:tagLst>
</file>

<file path=ppt/tags/tag486.xml><?xml version="1.0" encoding="utf-8"?>
<p:tagLst xmlns:p="http://schemas.openxmlformats.org/presentationml/2006/main">
  <p:tag name="AS_UNIQUEID" val="1202"/>
</p:tagLst>
</file>

<file path=ppt/tags/tag487.xml><?xml version="1.0" encoding="utf-8"?>
<p:tagLst xmlns:p="http://schemas.openxmlformats.org/presentationml/2006/main">
  <p:tag name="AS_UNIQUEID" val="1203"/>
</p:tagLst>
</file>

<file path=ppt/tags/tag488.xml><?xml version="1.0" encoding="utf-8"?>
<p:tagLst xmlns:p="http://schemas.openxmlformats.org/presentationml/2006/main">
  <p:tag name="AS_UNIQUEID" val="1204"/>
</p:tagLst>
</file>

<file path=ppt/tags/tag489.xml><?xml version="1.0" encoding="utf-8"?>
<p:tagLst xmlns:p="http://schemas.openxmlformats.org/presentationml/2006/main">
  <p:tag name="AS_UNIQUEID" val="1206"/>
</p:tagLst>
</file>

<file path=ppt/tags/tag490.xml><?xml version="1.0" encoding="utf-8"?>
<p:tagLst xmlns:p="http://schemas.openxmlformats.org/presentationml/2006/main">
  <p:tag name="AS_UNIQUEID" val="1207"/>
</p:tagLst>
</file>

<file path=ppt/tags/tag491.xml><?xml version="1.0" encoding="utf-8"?>
<p:tagLst xmlns:p="http://schemas.openxmlformats.org/presentationml/2006/main">
  <p:tag name="AS_UNIQUEID" val="1208"/>
</p:tagLst>
</file>

<file path=ppt/tags/tag492.xml><?xml version="1.0" encoding="utf-8"?>
<p:tagLst xmlns:p="http://schemas.openxmlformats.org/presentationml/2006/main">
  <p:tag name="AS_UNIQUEID" val="1209"/>
</p:tagLst>
</file>

<file path=ppt/tags/tag493.xml><?xml version="1.0" encoding="utf-8"?>
<p:tagLst xmlns:p="http://schemas.openxmlformats.org/presentationml/2006/main">
  <p:tag name="AS_UNIQUEID" val="1211"/>
</p:tagLst>
</file>

<file path=ppt/tags/tag494.xml><?xml version="1.0" encoding="utf-8"?>
<p:tagLst xmlns:p="http://schemas.openxmlformats.org/presentationml/2006/main">
  <p:tag name="AS_UNIQUEID" val="1212"/>
</p:tagLst>
</file>

<file path=ppt/tags/tag495.xml><?xml version="1.0" encoding="utf-8"?>
<p:tagLst xmlns:p="http://schemas.openxmlformats.org/presentationml/2006/main">
  <p:tag name="AS_UNIQUEID" val="1213"/>
</p:tagLst>
</file>

<file path=ppt/tags/tag496.xml><?xml version="1.0" encoding="utf-8"?>
<p:tagLst xmlns:p="http://schemas.openxmlformats.org/presentationml/2006/main">
  <p:tag name="AS_UNIQUEID" val="1214"/>
</p:tagLst>
</file>

<file path=ppt/tags/tag497.xml><?xml version="1.0" encoding="utf-8"?>
<p:tagLst xmlns:p="http://schemas.openxmlformats.org/presentationml/2006/main">
  <p:tag name="AS_UNIQUEID" val="1216"/>
</p:tagLst>
</file>

<file path=ppt/tags/tag498.xml><?xml version="1.0" encoding="utf-8"?>
<p:tagLst xmlns:p="http://schemas.openxmlformats.org/presentationml/2006/main">
  <p:tag name="AS_UNIQUEID" val="1217"/>
</p:tagLst>
</file>

<file path=ppt/tags/tag499.xml><?xml version="1.0" encoding="utf-8"?>
<p:tagLst xmlns:p="http://schemas.openxmlformats.org/presentationml/2006/main">
  <p:tag name="AS_UNIQUEID" val="1218"/>
</p:tagLst>
</file>

<file path=ppt/tags/tag500.xml><?xml version="1.0" encoding="utf-8"?>
<p:tagLst xmlns:p="http://schemas.openxmlformats.org/presentationml/2006/main">
  <p:tag name="AS_UNIQUEID" val="1219"/>
</p:tagLst>
</file>

<file path=ppt/tags/tag501.xml><?xml version="1.0" encoding="utf-8"?>
<p:tagLst xmlns:p="http://schemas.openxmlformats.org/presentationml/2006/main">
  <p:tag name="AS_UNIQUEID" val="1221"/>
</p:tagLst>
</file>

<file path=ppt/tags/tag502.xml><?xml version="1.0" encoding="utf-8"?>
<p:tagLst xmlns:p="http://schemas.openxmlformats.org/presentationml/2006/main">
  <p:tag name="AS_UNIQUEID" val="1222"/>
</p:tagLst>
</file>

<file path=ppt/tags/tag503.xml><?xml version="1.0" encoding="utf-8"?>
<p:tagLst xmlns:p="http://schemas.openxmlformats.org/presentationml/2006/main">
  <p:tag name="AS_UNIQUEID" val="1223"/>
</p:tagLst>
</file>

<file path=ppt/tags/tag504.xml><?xml version="1.0" encoding="utf-8"?>
<p:tagLst xmlns:p="http://schemas.openxmlformats.org/presentationml/2006/main">
  <p:tag name="AS_UNIQUEID" val="1224"/>
</p:tagLst>
</file>

<file path=ppt/tags/tag505.xml><?xml version="1.0" encoding="utf-8"?>
<p:tagLst xmlns:p="http://schemas.openxmlformats.org/presentationml/2006/main">
  <p:tag name="AS_UNIQUEID" val="1226"/>
</p:tagLst>
</file>

<file path=ppt/tags/tag506.xml><?xml version="1.0" encoding="utf-8"?>
<p:tagLst xmlns:p="http://schemas.openxmlformats.org/presentationml/2006/main">
  <p:tag name="AS_UNIQUEID" val="1227"/>
</p:tagLst>
</file>

<file path=ppt/tags/tag507.xml><?xml version="1.0" encoding="utf-8"?>
<p:tagLst xmlns:p="http://schemas.openxmlformats.org/presentationml/2006/main">
  <p:tag name="AS_UNIQUEID" val="1228"/>
</p:tagLst>
</file>

<file path=ppt/tags/tag508.xml><?xml version="1.0" encoding="utf-8"?>
<p:tagLst xmlns:p="http://schemas.openxmlformats.org/presentationml/2006/main">
  <p:tag name="AS_UNIQUEID" val="1229"/>
</p:tagLst>
</file>

<file path=ppt/tags/tag509.xml><?xml version="1.0" encoding="utf-8"?>
<p:tagLst xmlns:p="http://schemas.openxmlformats.org/presentationml/2006/main">
  <p:tag name="AS_UNIQUEID" val="1231"/>
</p:tagLst>
</file>

<file path=ppt/tags/tag510.xml><?xml version="1.0" encoding="utf-8"?>
<p:tagLst xmlns:p="http://schemas.openxmlformats.org/presentationml/2006/main">
  <p:tag name="AS_UNIQUEID" val="1232"/>
</p:tagLst>
</file>

<file path=ppt/tags/tag511.xml><?xml version="1.0" encoding="utf-8"?>
<p:tagLst xmlns:p="http://schemas.openxmlformats.org/presentationml/2006/main">
  <p:tag name="AS_UNIQUEID" val="1233"/>
</p:tagLst>
</file>

<file path=ppt/tags/tag512.xml><?xml version="1.0" encoding="utf-8"?>
<p:tagLst xmlns:p="http://schemas.openxmlformats.org/presentationml/2006/main">
  <p:tag name="AS_UNIQUEID" val="1234"/>
</p:tagLst>
</file>

<file path=ppt/tags/tag513.xml><?xml version="1.0" encoding="utf-8"?>
<p:tagLst xmlns:p="http://schemas.openxmlformats.org/presentationml/2006/main">
  <p:tag name="AS_UNIQUEID" val="1236"/>
</p:tagLst>
</file>

<file path=ppt/tags/tag514.xml><?xml version="1.0" encoding="utf-8"?>
<p:tagLst xmlns:p="http://schemas.openxmlformats.org/presentationml/2006/main">
  <p:tag name="AS_UNIQUEID" val="1237"/>
</p:tagLst>
</file>

<file path=ppt/tags/tag515.xml><?xml version="1.0" encoding="utf-8"?>
<p:tagLst xmlns:p="http://schemas.openxmlformats.org/presentationml/2006/main">
  <p:tag name="AS_UNIQUEID" val="1238"/>
</p:tagLst>
</file>

<file path=ppt/tags/tag516.xml><?xml version="1.0" encoding="utf-8"?>
<p:tagLst xmlns:p="http://schemas.openxmlformats.org/presentationml/2006/main">
  <p:tag name="AS_UNIQUEID" val="1239"/>
</p:tagLst>
</file>

<file path=ppt/tags/tag517.xml><?xml version="1.0" encoding="utf-8"?>
<p:tagLst xmlns:p="http://schemas.openxmlformats.org/presentationml/2006/main">
  <p:tag name="AS_UNIQUEID" val="1241"/>
</p:tagLst>
</file>

<file path=ppt/tags/tag518.xml><?xml version="1.0" encoding="utf-8"?>
<p:tagLst xmlns:p="http://schemas.openxmlformats.org/presentationml/2006/main">
  <p:tag name="AS_UNIQUEID" val="1242"/>
</p:tagLst>
</file>

<file path=ppt/tags/tag519.xml><?xml version="1.0" encoding="utf-8"?>
<p:tagLst xmlns:p="http://schemas.openxmlformats.org/presentationml/2006/main">
  <p:tag name="AS_UNIQUEID" val="1243"/>
</p:tagLst>
</file>

<file path=ppt/tags/tag520.xml><?xml version="1.0" encoding="utf-8"?>
<p:tagLst xmlns:p="http://schemas.openxmlformats.org/presentationml/2006/main">
  <p:tag name="AS_UNIQUEID" val="1244"/>
</p:tagLst>
</file>

<file path=ppt/tags/tag521.xml><?xml version="1.0" encoding="utf-8"?>
<p:tagLst xmlns:p="http://schemas.openxmlformats.org/presentationml/2006/main">
  <p:tag name="AS_UNIQUEID" val="1246"/>
</p:tagLst>
</file>

<file path=ppt/tags/tag522.xml><?xml version="1.0" encoding="utf-8"?>
<p:tagLst xmlns:p="http://schemas.openxmlformats.org/presentationml/2006/main">
  <p:tag name="AS_UNIQUEID" val="1247"/>
</p:tagLst>
</file>

<file path=ppt/tags/tag523.xml><?xml version="1.0" encoding="utf-8"?>
<p:tagLst xmlns:p="http://schemas.openxmlformats.org/presentationml/2006/main">
  <p:tag name="AS_UNIQUEID" val="1248"/>
</p:tagLst>
</file>

<file path=ppt/tags/tag524.xml><?xml version="1.0" encoding="utf-8"?>
<p:tagLst xmlns:p="http://schemas.openxmlformats.org/presentationml/2006/main">
  <p:tag name="AS_UNIQUEID" val="1249"/>
</p:tagLst>
</file>

<file path=ppt/tags/tag525.xml><?xml version="1.0" encoding="utf-8"?>
<p:tagLst xmlns:p="http://schemas.openxmlformats.org/presentationml/2006/main">
  <p:tag name="AS_UNIQUEID" val="1251"/>
</p:tagLst>
</file>

<file path=ppt/tags/tag526.xml><?xml version="1.0" encoding="utf-8"?>
<p:tagLst xmlns:p="http://schemas.openxmlformats.org/presentationml/2006/main">
  <p:tag name="AS_UNIQUEID" val="1252"/>
</p:tagLst>
</file>

<file path=ppt/tags/tag527.xml><?xml version="1.0" encoding="utf-8"?>
<p:tagLst xmlns:p="http://schemas.openxmlformats.org/presentationml/2006/main">
  <p:tag name="AS_UNIQUEID" val="1253"/>
</p:tagLst>
</file>

<file path=ppt/tags/tag528.xml><?xml version="1.0" encoding="utf-8"?>
<p:tagLst xmlns:p="http://schemas.openxmlformats.org/presentationml/2006/main">
  <p:tag name="AS_UNIQUEID" val="1254"/>
</p:tagLst>
</file>

<file path=ppt/tags/tag529.xml><?xml version="1.0" encoding="utf-8"?>
<p:tagLst xmlns:p="http://schemas.openxmlformats.org/presentationml/2006/main">
  <p:tag name="AS_UNIQUEID" val="1256"/>
</p:tagLst>
</file>

<file path=ppt/tags/tag530.xml><?xml version="1.0" encoding="utf-8"?>
<p:tagLst xmlns:p="http://schemas.openxmlformats.org/presentationml/2006/main">
  <p:tag name="AS_UNIQUEID" val="1257"/>
</p:tagLst>
</file>

<file path=ppt/tags/tag531.xml><?xml version="1.0" encoding="utf-8"?>
<p:tagLst xmlns:p="http://schemas.openxmlformats.org/presentationml/2006/main">
  <p:tag name="AS_UNIQUEID" val="1258"/>
</p:tagLst>
</file>

<file path=ppt/tags/tag532.xml><?xml version="1.0" encoding="utf-8"?>
<p:tagLst xmlns:p="http://schemas.openxmlformats.org/presentationml/2006/main">
  <p:tag name="AS_UNIQUEID" val="1259"/>
</p:tagLst>
</file>

<file path=ppt/tags/tag533.xml><?xml version="1.0" encoding="utf-8"?>
<p:tagLst xmlns:p="http://schemas.openxmlformats.org/presentationml/2006/main">
  <p:tag name="AS_UNIQUEID" val="1261"/>
</p:tagLst>
</file>

<file path=ppt/tags/tag534.xml><?xml version="1.0" encoding="utf-8"?>
<p:tagLst xmlns:p="http://schemas.openxmlformats.org/presentationml/2006/main">
  <p:tag name="AS_UNIQUEID" val="1262"/>
</p:tagLst>
</file>

<file path=ppt/tags/tag535.xml><?xml version="1.0" encoding="utf-8"?>
<p:tagLst xmlns:p="http://schemas.openxmlformats.org/presentationml/2006/main">
  <p:tag name="AS_UNIQUEID" val="1263"/>
</p:tagLst>
</file>

<file path=ppt/tags/tag536.xml><?xml version="1.0" encoding="utf-8"?>
<p:tagLst xmlns:p="http://schemas.openxmlformats.org/presentationml/2006/main">
  <p:tag name="AS_UNIQUEID" val="1264"/>
</p:tagLst>
</file>

<file path=ppt/tags/tag537.xml><?xml version="1.0" encoding="utf-8"?>
<p:tagLst xmlns:p="http://schemas.openxmlformats.org/presentationml/2006/main">
  <p:tag name="AS_UNIQUEID" val="1266"/>
</p:tagLst>
</file>

<file path=ppt/tags/tag538.xml><?xml version="1.0" encoding="utf-8"?>
<p:tagLst xmlns:p="http://schemas.openxmlformats.org/presentationml/2006/main">
  <p:tag name="AS_UNIQUEID" val="1267"/>
</p:tagLst>
</file>

<file path=ppt/tags/tag539.xml><?xml version="1.0" encoding="utf-8"?>
<p:tagLst xmlns:p="http://schemas.openxmlformats.org/presentationml/2006/main">
  <p:tag name="AS_UNIQUEID" val="1268"/>
</p:tagLst>
</file>

<file path=ppt/tags/tag540.xml><?xml version="1.0" encoding="utf-8"?>
<p:tagLst xmlns:p="http://schemas.openxmlformats.org/presentationml/2006/main">
  <p:tag name="AS_UNIQUEID" val="1269"/>
</p:tagLst>
</file>

<file path=ppt/tags/tag541.xml><?xml version="1.0" encoding="utf-8"?>
<p:tagLst xmlns:p="http://schemas.openxmlformats.org/presentationml/2006/main">
  <p:tag name="AS_UNIQUEID" val="1271"/>
</p:tagLst>
</file>

<file path=ppt/tags/tag542.xml><?xml version="1.0" encoding="utf-8"?>
<p:tagLst xmlns:p="http://schemas.openxmlformats.org/presentationml/2006/main">
  <p:tag name="AS_UNIQUEID" val="1272"/>
</p:tagLst>
</file>

<file path=ppt/tags/tag543.xml><?xml version="1.0" encoding="utf-8"?>
<p:tagLst xmlns:p="http://schemas.openxmlformats.org/presentationml/2006/main">
  <p:tag name="AS_UNIQUEID" val="1273"/>
</p:tagLst>
</file>

<file path=ppt/tags/tag544.xml><?xml version="1.0" encoding="utf-8"?>
<p:tagLst xmlns:p="http://schemas.openxmlformats.org/presentationml/2006/main">
  <p:tag name="AS_UNIQUEID" val="1274"/>
</p:tagLst>
</file>

<file path=ppt/tags/tag545.xml><?xml version="1.0" encoding="utf-8"?>
<p:tagLst xmlns:p="http://schemas.openxmlformats.org/presentationml/2006/main">
  <p:tag name="AS_UNIQUEID" val="1276"/>
</p:tagLst>
</file>

<file path=ppt/tags/tag546.xml><?xml version="1.0" encoding="utf-8"?>
<p:tagLst xmlns:p="http://schemas.openxmlformats.org/presentationml/2006/main">
  <p:tag name="AS_UNIQUEID" val="1277"/>
</p:tagLst>
</file>

<file path=ppt/tags/tag547.xml><?xml version="1.0" encoding="utf-8"?>
<p:tagLst xmlns:p="http://schemas.openxmlformats.org/presentationml/2006/main">
  <p:tag name="AS_UNIQUEID" val="1278"/>
</p:tagLst>
</file>

<file path=ppt/tags/tag548.xml><?xml version="1.0" encoding="utf-8"?>
<p:tagLst xmlns:p="http://schemas.openxmlformats.org/presentationml/2006/main">
  <p:tag name="AS_UNIQUEID" val="1279"/>
</p:tagLst>
</file>

<file path=ppt/tags/tag549.xml><?xml version="1.0" encoding="utf-8"?>
<p:tagLst xmlns:p="http://schemas.openxmlformats.org/presentationml/2006/main">
  <p:tag name="AS_UNIQUEID" val="1281"/>
</p:tagLst>
</file>

<file path=ppt/tags/tag550.xml><?xml version="1.0" encoding="utf-8"?>
<p:tagLst xmlns:p="http://schemas.openxmlformats.org/presentationml/2006/main">
  <p:tag name="AS_UNIQUEID" val="1282"/>
</p:tagLst>
</file>

<file path=ppt/tags/tag551.xml><?xml version="1.0" encoding="utf-8"?>
<p:tagLst xmlns:p="http://schemas.openxmlformats.org/presentationml/2006/main">
  <p:tag name="AS_UNIQUEID" val="1283"/>
</p:tagLst>
</file>

<file path=ppt/tags/tag552.xml><?xml version="1.0" encoding="utf-8"?>
<p:tagLst xmlns:p="http://schemas.openxmlformats.org/presentationml/2006/main">
  <p:tag name="AS_UNIQUEID" val="1284"/>
</p:tagLst>
</file>

<file path=ppt/tags/tag553.xml><?xml version="1.0" encoding="utf-8"?>
<p:tagLst xmlns:p="http://schemas.openxmlformats.org/presentationml/2006/main">
  <p:tag name="AS_UNIQUEID" val="1286"/>
</p:tagLst>
</file>

<file path=ppt/tags/tag554.xml><?xml version="1.0" encoding="utf-8"?>
<p:tagLst xmlns:p="http://schemas.openxmlformats.org/presentationml/2006/main">
  <p:tag name="AS_UNIQUEID" val="1287"/>
</p:tagLst>
</file>

<file path=ppt/tags/tag555.xml><?xml version="1.0" encoding="utf-8"?>
<p:tagLst xmlns:p="http://schemas.openxmlformats.org/presentationml/2006/main">
  <p:tag name="AS_UNIQUEID" val="1288"/>
</p:tagLst>
</file>

<file path=ppt/tags/tag556.xml><?xml version="1.0" encoding="utf-8"?>
<p:tagLst xmlns:p="http://schemas.openxmlformats.org/presentationml/2006/main">
  <p:tag name="AS_UNIQUEID" val="1289"/>
</p:tagLst>
</file>

<file path=ppt/tags/tag557.xml><?xml version="1.0" encoding="utf-8"?>
<p:tagLst xmlns:p="http://schemas.openxmlformats.org/presentationml/2006/main">
  <p:tag name="AS_UNIQUEID" val="1291"/>
</p:tagLst>
</file>

<file path=ppt/tags/tag558.xml><?xml version="1.0" encoding="utf-8"?>
<p:tagLst xmlns:p="http://schemas.openxmlformats.org/presentationml/2006/main">
  <p:tag name="AS_UNIQUEID" val="1292"/>
</p:tagLst>
</file>

<file path=ppt/tags/tag559.xml><?xml version="1.0" encoding="utf-8"?>
<p:tagLst xmlns:p="http://schemas.openxmlformats.org/presentationml/2006/main">
  <p:tag name="AS_UNIQUEID" val="1293"/>
</p:tagLst>
</file>

<file path=ppt/tags/tag560.xml><?xml version="1.0" encoding="utf-8"?>
<p:tagLst xmlns:p="http://schemas.openxmlformats.org/presentationml/2006/main">
  <p:tag name="AS_UNIQUEID" val="1294"/>
</p:tagLst>
</file>

<file path=ppt/tags/tag561.xml><?xml version="1.0" encoding="utf-8"?>
<p:tagLst xmlns:p="http://schemas.openxmlformats.org/presentationml/2006/main">
  <p:tag name="AS_UNIQUEID" val="1296"/>
</p:tagLst>
</file>

<file path=ppt/tags/tag562.xml><?xml version="1.0" encoding="utf-8"?>
<p:tagLst xmlns:p="http://schemas.openxmlformats.org/presentationml/2006/main">
  <p:tag name="AS_UNIQUEID" val="1297"/>
</p:tagLst>
</file>

<file path=ppt/tags/tag563.xml><?xml version="1.0" encoding="utf-8"?>
<p:tagLst xmlns:p="http://schemas.openxmlformats.org/presentationml/2006/main">
  <p:tag name="AS_UNIQUEID" val="1298"/>
</p:tagLst>
</file>

<file path=ppt/tags/tag564.xml><?xml version="1.0" encoding="utf-8"?>
<p:tagLst xmlns:p="http://schemas.openxmlformats.org/presentationml/2006/main">
  <p:tag name="AS_UNIQUEID" val="1299"/>
</p:tagLst>
</file>

<file path=ppt/tags/tag565.xml><?xml version="1.0" encoding="utf-8"?>
<p:tagLst xmlns:p="http://schemas.openxmlformats.org/presentationml/2006/main">
  <p:tag name="AS_UNIQUEID" val="1301"/>
</p:tagLst>
</file>

<file path=ppt/tags/tag566.xml><?xml version="1.0" encoding="utf-8"?>
<p:tagLst xmlns:p="http://schemas.openxmlformats.org/presentationml/2006/main">
  <p:tag name="AS_UNIQUEID" val="1302"/>
</p:tagLst>
</file>

<file path=ppt/tags/tag567.xml><?xml version="1.0" encoding="utf-8"?>
<p:tagLst xmlns:p="http://schemas.openxmlformats.org/presentationml/2006/main">
  <p:tag name="AS_UNIQUEID" val="1303"/>
</p:tagLst>
</file>

<file path=ppt/tags/tag568.xml><?xml version="1.0" encoding="utf-8"?>
<p:tagLst xmlns:p="http://schemas.openxmlformats.org/presentationml/2006/main">
  <p:tag name="AS_UNIQUEID" val="1304"/>
</p:tagLst>
</file>

<file path=ppt/tags/tag569.xml><?xml version="1.0" encoding="utf-8"?>
<p:tagLst xmlns:p="http://schemas.openxmlformats.org/presentationml/2006/main">
  <p:tag name="AS_UNIQUEID" val="1306"/>
</p:tagLst>
</file>

<file path=ppt/tags/tag570.xml><?xml version="1.0" encoding="utf-8"?>
<p:tagLst xmlns:p="http://schemas.openxmlformats.org/presentationml/2006/main">
  <p:tag name="AS_UNIQUEID" val="1307"/>
</p:tagLst>
</file>

<file path=ppt/tags/tag571.xml><?xml version="1.0" encoding="utf-8"?>
<p:tagLst xmlns:p="http://schemas.openxmlformats.org/presentationml/2006/main">
  <p:tag name="AS_UNIQUEID" val="1308"/>
</p:tagLst>
</file>

<file path=ppt/tags/tag572.xml><?xml version="1.0" encoding="utf-8"?>
<p:tagLst xmlns:p="http://schemas.openxmlformats.org/presentationml/2006/main">
  <p:tag name="AS_UNIQUEID" val="1309"/>
</p:tagLst>
</file>

<file path=ppt/tags/tag573.xml><?xml version="1.0" encoding="utf-8"?>
<p:tagLst xmlns:p="http://schemas.openxmlformats.org/presentationml/2006/main">
  <p:tag name="AS_UNIQUEID" val="1311"/>
</p:tagLst>
</file>

<file path=ppt/tags/tag574.xml><?xml version="1.0" encoding="utf-8"?>
<p:tagLst xmlns:p="http://schemas.openxmlformats.org/presentationml/2006/main">
  <p:tag name="AS_UNIQUEID" val="1312"/>
</p:tagLst>
</file>

<file path=ppt/tags/tag575.xml><?xml version="1.0" encoding="utf-8"?>
<p:tagLst xmlns:p="http://schemas.openxmlformats.org/presentationml/2006/main">
  <p:tag name="AS_UNIQUEID" val="1313"/>
</p:tagLst>
</file>

<file path=ppt/tags/tag576.xml><?xml version="1.0" encoding="utf-8"?>
<p:tagLst xmlns:p="http://schemas.openxmlformats.org/presentationml/2006/main">
  <p:tag name="AS_UNIQUEID" val="1314"/>
</p:tagLst>
</file>

<file path=ppt/tags/tag577.xml><?xml version="1.0" encoding="utf-8"?>
<p:tagLst xmlns:p="http://schemas.openxmlformats.org/presentationml/2006/main">
  <p:tag name="AS_UNIQUEID" val="1316"/>
</p:tagLst>
</file>

<file path=ppt/tags/tag578.xml><?xml version="1.0" encoding="utf-8"?>
<p:tagLst xmlns:p="http://schemas.openxmlformats.org/presentationml/2006/main">
  <p:tag name="AS_UNIQUEID" val="1317"/>
</p:tagLst>
</file>

<file path=ppt/tags/tag579.xml><?xml version="1.0" encoding="utf-8"?>
<p:tagLst xmlns:p="http://schemas.openxmlformats.org/presentationml/2006/main">
  <p:tag name="AS_UNIQUEID" val="1318"/>
</p:tagLst>
</file>

<file path=ppt/tags/tag580.xml><?xml version="1.0" encoding="utf-8"?>
<p:tagLst xmlns:p="http://schemas.openxmlformats.org/presentationml/2006/main">
  <p:tag name="AS_UNIQUEID" val="1319"/>
</p:tagLst>
</file>

<file path=ppt/tags/tag581.xml><?xml version="1.0" encoding="utf-8"?>
<p:tagLst xmlns:p="http://schemas.openxmlformats.org/presentationml/2006/main">
  <p:tag name="AS_UNIQUEID" val="1321"/>
</p:tagLst>
</file>

<file path=ppt/tags/tag582.xml><?xml version="1.0" encoding="utf-8"?>
<p:tagLst xmlns:p="http://schemas.openxmlformats.org/presentationml/2006/main">
  <p:tag name="AS_UNIQUEID" val="1322"/>
</p:tagLst>
</file>

<file path=ppt/tags/tag583.xml><?xml version="1.0" encoding="utf-8"?>
<p:tagLst xmlns:p="http://schemas.openxmlformats.org/presentationml/2006/main">
  <p:tag name="AS_UNIQUEID" val="1323"/>
</p:tagLst>
</file>

<file path=ppt/tags/tag584.xml><?xml version="1.0" encoding="utf-8"?>
<p:tagLst xmlns:p="http://schemas.openxmlformats.org/presentationml/2006/main">
  <p:tag name="AS_UNIQUEID" val="1324"/>
</p:tagLst>
</file>

<file path=ppt/tags/tag585.xml><?xml version="1.0" encoding="utf-8"?>
<p:tagLst xmlns:p="http://schemas.openxmlformats.org/presentationml/2006/main">
  <p:tag name="AS_UNIQUEID" val="1326"/>
</p:tagLst>
</file>

<file path=ppt/tags/tag586.xml><?xml version="1.0" encoding="utf-8"?>
<p:tagLst xmlns:p="http://schemas.openxmlformats.org/presentationml/2006/main">
  <p:tag name="AS_UNIQUEID" val="1327"/>
</p:tagLst>
</file>

<file path=ppt/tags/tag587.xml><?xml version="1.0" encoding="utf-8"?>
<p:tagLst xmlns:p="http://schemas.openxmlformats.org/presentationml/2006/main">
  <p:tag name="AS_UNIQUEID" val="1328"/>
</p:tagLst>
</file>

<file path=ppt/tags/tag588.xml><?xml version="1.0" encoding="utf-8"?>
<p:tagLst xmlns:p="http://schemas.openxmlformats.org/presentationml/2006/main">
  <p:tag name="AS_UNIQUEID" val="1329"/>
</p:tagLst>
</file>

<file path=ppt/tags/tag589.xml><?xml version="1.0" encoding="utf-8"?>
<p:tagLst xmlns:p="http://schemas.openxmlformats.org/presentationml/2006/main">
  <p:tag name="AS_UNIQUEID" val="1331"/>
</p:tagLst>
</file>

<file path=ppt/tags/tag590.xml><?xml version="1.0" encoding="utf-8"?>
<p:tagLst xmlns:p="http://schemas.openxmlformats.org/presentationml/2006/main">
  <p:tag name="AS_UNIQUEID" val="1332"/>
</p:tagLst>
</file>

<file path=ppt/tags/tag591.xml><?xml version="1.0" encoding="utf-8"?>
<p:tagLst xmlns:p="http://schemas.openxmlformats.org/presentationml/2006/main">
  <p:tag name="AS_UNIQUEID" val="1333"/>
</p:tagLst>
</file>

<file path=ppt/tags/tag592.xml><?xml version="1.0" encoding="utf-8"?>
<p:tagLst xmlns:p="http://schemas.openxmlformats.org/presentationml/2006/main">
  <p:tag name="AS_UNIQUEID" val="1334"/>
</p:tagLst>
</file>

<file path=ppt/tags/tag593.xml><?xml version="1.0" encoding="utf-8"?>
<p:tagLst xmlns:p="http://schemas.openxmlformats.org/presentationml/2006/main">
  <p:tag name="AS_UNIQUEID" val="1336"/>
</p:tagLst>
</file>

<file path=ppt/tags/tag594.xml><?xml version="1.0" encoding="utf-8"?>
<p:tagLst xmlns:p="http://schemas.openxmlformats.org/presentationml/2006/main">
  <p:tag name="AS_UNIQUEID" val="1337"/>
</p:tagLst>
</file>

<file path=ppt/tags/tag595.xml><?xml version="1.0" encoding="utf-8"?>
<p:tagLst xmlns:p="http://schemas.openxmlformats.org/presentationml/2006/main">
  <p:tag name="AS_UNIQUEID" val="1338"/>
</p:tagLst>
</file>

<file path=ppt/tags/tag596.xml><?xml version="1.0" encoding="utf-8"?>
<p:tagLst xmlns:p="http://schemas.openxmlformats.org/presentationml/2006/main">
  <p:tag name="AS_UNIQUEID" val="1339"/>
</p:tagLst>
</file>

<file path=ppt/tags/tag597.xml><?xml version="1.0" encoding="utf-8"?>
<p:tagLst xmlns:p="http://schemas.openxmlformats.org/presentationml/2006/main">
  <p:tag name="AS_UNIQUEID" val="1341"/>
</p:tagLst>
</file>

<file path=ppt/tags/tag598.xml><?xml version="1.0" encoding="utf-8"?>
<p:tagLst xmlns:p="http://schemas.openxmlformats.org/presentationml/2006/main">
  <p:tag name="AS_UNIQUEID" val="1342"/>
</p:tagLst>
</file>

<file path=ppt/tags/tag599.xml><?xml version="1.0" encoding="utf-8"?>
<p:tagLst xmlns:p="http://schemas.openxmlformats.org/presentationml/2006/main">
  <p:tag name="AS_UNIQUEID" val="1343"/>
</p:tagLst>
</file>

<file path=ppt/tags/tag600.xml><?xml version="1.0" encoding="utf-8"?>
<p:tagLst xmlns:p="http://schemas.openxmlformats.org/presentationml/2006/main">
  <p:tag name="AS_UNIQUEID" val="1344"/>
</p:tagLst>
</file>

<file path=ppt/tags/tag601.xml><?xml version="1.0" encoding="utf-8"?>
<p:tagLst xmlns:p="http://schemas.openxmlformats.org/presentationml/2006/main">
  <p:tag name="AS_UNIQUEID" val="1345"/>
</p:tagLst>
</file>

<file path=ppt/tags/tag602.xml><?xml version="1.0" encoding="utf-8"?>
<p:tagLst xmlns:p="http://schemas.openxmlformats.org/presentationml/2006/main">
  <p:tag name="AS_UNIQUEID" val="1347"/>
</p:tagLst>
</file>

<file path=ppt/tags/tag603.xml><?xml version="1.0" encoding="utf-8"?>
<p:tagLst xmlns:p="http://schemas.openxmlformats.org/presentationml/2006/main">
  <p:tag name="AS_UNIQUEID" val="1348"/>
</p:tagLst>
</file>

<file path=ppt/tags/tag604.xml><?xml version="1.0" encoding="utf-8"?>
<p:tagLst xmlns:p="http://schemas.openxmlformats.org/presentationml/2006/main">
  <p:tag name="AS_UNIQUEID" val="1349"/>
</p:tagLst>
</file>

<file path=ppt/tags/tag605.xml><?xml version="1.0" encoding="utf-8"?>
<p:tagLst xmlns:p="http://schemas.openxmlformats.org/presentationml/2006/main">
  <p:tag name="AS_UNIQUEID" val="1350"/>
</p:tagLst>
</file>

<file path=ppt/tags/tag606.xml><?xml version="1.0" encoding="utf-8"?>
<p:tagLst xmlns:p="http://schemas.openxmlformats.org/presentationml/2006/main">
  <p:tag name="AS_UNIQUEID" val="1352"/>
</p:tagLst>
</file>

<file path=ppt/tags/tag607.xml><?xml version="1.0" encoding="utf-8"?>
<p:tagLst xmlns:p="http://schemas.openxmlformats.org/presentationml/2006/main">
  <p:tag name="AS_UNIQUEID" val="1353"/>
</p:tagLst>
</file>

<file path=ppt/tags/tag608.xml><?xml version="1.0" encoding="utf-8"?>
<p:tagLst xmlns:p="http://schemas.openxmlformats.org/presentationml/2006/main">
  <p:tag name="AS_UNIQUEID" val="1354"/>
</p:tagLst>
</file>

<file path=ppt/tags/tag609.xml><?xml version="1.0" encoding="utf-8"?>
<p:tagLst xmlns:p="http://schemas.openxmlformats.org/presentationml/2006/main">
  <p:tag name="AS_UNIQUEID" val="1356"/>
</p:tagLst>
</file>

<file path=ppt/tags/tag610.xml><?xml version="1.0" encoding="utf-8"?>
<p:tagLst xmlns:p="http://schemas.openxmlformats.org/presentationml/2006/main">
  <p:tag name="AS_UNIQUEID" val="1357"/>
</p:tagLst>
</file>

<file path=ppt/tags/tag611.xml><?xml version="1.0" encoding="utf-8"?>
<p:tagLst xmlns:p="http://schemas.openxmlformats.org/presentationml/2006/main">
  <p:tag name="AS_UNIQUEID" val="1358"/>
</p:tagLst>
</file>

<file path=ppt/tags/tag612.xml><?xml version="1.0" encoding="utf-8"?>
<p:tagLst xmlns:p="http://schemas.openxmlformats.org/presentationml/2006/main">
  <p:tag name="AS_UNIQUEID" val="1359"/>
</p:tagLst>
</file>

<file path=ppt/tags/tag61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61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61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61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61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618.xml><?xml version="1.0" encoding="utf-8"?>
<p:tagLst xmlns:p="http://schemas.openxmlformats.org/presentationml/2006/main">
  <p:tag name="AS_UNIQUEID" val="1361"/>
</p:tagLst>
</file>

<file path=ppt/tags/tag619.xml><?xml version="1.0" encoding="utf-8"?>
<p:tagLst xmlns:p="http://schemas.openxmlformats.org/presentationml/2006/main">
  <p:tag name="AS_UNIQUEID" val="1362"/>
</p:tagLst>
</file>

<file path=ppt/tags/tag620.xml><?xml version="1.0" encoding="utf-8"?>
<p:tagLst xmlns:p="http://schemas.openxmlformats.org/presentationml/2006/main">
  <p:tag name="AS_UNIQUEID" val="1363"/>
</p:tagLst>
</file>

<file path=ppt/tags/tag621.xml><?xml version="1.0" encoding="utf-8"?>
<p:tagLst xmlns:p="http://schemas.openxmlformats.org/presentationml/2006/main">
  <p:tag name="AS_UNIQUEID" val="1364"/>
</p:tagLst>
</file>

<file path=ppt/tags/tag622.xml><?xml version="1.0" encoding="utf-8"?>
<p:tagLst xmlns:p="http://schemas.openxmlformats.org/presentationml/2006/main">
  <p:tag name="AS_UNIQUEID" val="1365"/>
</p:tagLst>
</file>

<file path=ppt/tags/tag623.xml><?xml version="1.0" encoding="utf-8"?>
<p:tagLst xmlns:p="http://schemas.openxmlformats.org/presentationml/2006/main">
  <p:tag name="AS_UNIQUEID" val="1366"/>
</p:tagLst>
</file>

<file path=ppt/tags/tag624.xml><?xml version="1.0" encoding="utf-8"?>
<p:tagLst xmlns:p="http://schemas.openxmlformats.org/presentationml/2006/main">
  <p:tag name="AS_UNIQUEID" val="761"/>
</p:tagLst>
</file>

<file path=ppt/tags/tag625.xml><?xml version="1.0" encoding="utf-8"?>
<p:tagLst xmlns:p="http://schemas.openxmlformats.org/presentationml/2006/main">
  <p:tag name="AS_UNIQUEID" val="762"/>
</p:tagLst>
</file>

<file path=ppt/tags/tag626.xml><?xml version="1.0" encoding="utf-8"?>
<p:tagLst xmlns:p="http://schemas.openxmlformats.org/presentationml/2006/main">
  <p:tag name="AS_UNIQUEID" val="763"/>
  <p:tag name="KSO_WM_DIAGRAM_VIRTUALLY_FRAME" val="{&quot;height&quot;:340.73700787401566,&quot;left&quot;:106.91661417322834,&quot;top&quot;:152.98527559055117,&quot;width&quot;:419.5833070866141}"/>
</p:tagLst>
</file>

<file path=ppt/tags/tag627.xml><?xml version="1.0" encoding="utf-8"?>
<p:tagLst xmlns:p="http://schemas.openxmlformats.org/presentationml/2006/main">
  <p:tag name="AS_UNIQUEID" val="764"/>
  <p:tag name="KSO_WM_DIAGRAM_VIRTUALLY_FRAME" val="{&quot;height&quot;:340.73700787401566,&quot;left&quot;:106.91661417322834,&quot;top&quot;:152.98527559055117,&quot;width&quot;:419.5833070866141}"/>
</p:tagLst>
</file>

<file path=ppt/tags/tag628.xml><?xml version="1.0" encoding="utf-8"?>
<p:tagLst xmlns:p="http://schemas.openxmlformats.org/presentationml/2006/main">
  <p:tag name="AS_UNIQUEID" val="765"/>
  <p:tag name="KSO_WM_DIAGRAM_VIRTUALLY_FRAME" val="{&quot;height&quot;:340.73700787401566,&quot;left&quot;:106.91661417322834,&quot;top&quot;:152.98527559055117,&quot;width&quot;:419.5833070866141}"/>
</p:tagLst>
</file>

<file path=ppt/tags/tag629.xml><?xml version="1.0" encoding="utf-8"?>
<p:tagLst xmlns:p="http://schemas.openxmlformats.org/presentationml/2006/main">
  <p:tag name="AS_UNIQUEID" val="766"/>
  <p:tag name="KSO_WM_DIAGRAM_VIRTUALLY_FRAME" val="{&quot;height&quot;:340.73700787401566,&quot;left&quot;:106.91661417322834,&quot;top&quot;:152.98527559055117,&quot;width&quot;:419.5833070866141}"/>
</p:tagLst>
</file>

<file path=ppt/tags/tag630.xml><?xml version="1.0" encoding="utf-8"?>
<p:tagLst xmlns:p="http://schemas.openxmlformats.org/presentationml/2006/main">
  <p:tag name="AS_UNIQUEID" val="767"/>
  <p:tag name="KSO_WM_DIAGRAM_VIRTUALLY_FRAME" val="{&quot;height&quot;:340.73700787401566,&quot;left&quot;:106.91661417322834,&quot;top&quot;:152.98527559055117,&quot;width&quot;:419.5833070866141}"/>
</p:tagLst>
</file>

<file path=ppt/tags/tag631.xml><?xml version="1.0" encoding="utf-8"?>
<p:tagLst xmlns:p="http://schemas.openxmlformats.org/presentationml/2006/main">
  <p:tag name="AS_UNIQUEID" val="768"/>
  <p:tag name="KSO_WM_DIAGRAM_VIRTUALLY_FRAME" val="{&quot;height&quot;:340.73700787401566,&quot;left&quot;:106.91661417322834,&quot;top&quot;:152.98527559055117,&quot;width&quot;:419.5833070866141}"/>
</p:tagLst>
</file>

<file path=ppt/tags/tag632.xml><?xml version="1.0" encoding="utf-8"?>
<p:tagLst xmlns:p="http://schemas.openxmlformats.org/presentationml/2006/main">
  <p:tag name="AS_UNIQUEID" val="769"/>
  <p:tag name="KSO_WM_DIAGRAM_VIRTUALLY_FRAME" val="{&quot;height&quot;:340.73700787401566,&quot;left&quot;:106.91661417322834,&quot;top&quot;:152.98527559055117,&quot;width&quot;:419.5833070866141}"/>
</p:tagLst>
</file>

<file path=ppt/tags/tag633.xml><?xml version="1.0" encoding="utf-8"?>
<p:tagLst xmlns:p="http://schemas.openxmlformats.org/presentationml/2006/main">
  <p:tag name="AS_UNIQUEID" val="770"/>
  <p:tag name="KSO_WM_DIAGRAM_VIRTUALLY_FRAME" val="{&quot;height&quot;:340.73700787401566,&quot;left&quot;:106.91661417322834,&quot;top&quot;:152.98527559055117,&quot;width&quot;:419.5833070866141}"/>
</p:tagLst>
</file>

<file path=ppt/tags/tag634.xml><?xml version="1.0" encoding="utf-8"?>
<p:tagLst xmlns:p="http://schemas.openxmlformats.org/presentationml/2006/main">
  <p:tag name="AS_UNIQUEID" val="771"/>
</p:tagLst>
</file>

<file path=ppt/tags/tag635.xml><?xml version="1.0" encoding="utf-8"?>
<p:tagLst xmlns:p="http://schemas.openxmlformats.org/presentationml/2006/main">
  <p:tag name="AS_UNIQUEID" val="758"/>
</p:tagLst>
</file>

<file path=ppt/tags/tag636.xml><?xml version="1.0" encoding="utf-8"?>
<p:tagLst xmlns:p="http://schemas.openxmlformats.org/presentationml/2006/main">
  <p:tag name="AS_UNIQUEID" val="759"/>
</p:tagLst>
</file>

<file path=ppt/tags/tag637.xml><?xml version="1.0" encoding="utf-8"?>
<p:tagLst xmlns:p="http://schemas.openxmlformats.org/presentationml/2006/main">
  <p:tag name="AS_UNIQUEID" val="776"/>
</p:tagLst>
</file>

<file path=ppt/tags/tag638.xml><?xml version="1.0" encoding="utf-8"?>
<p:tagLst xmlns:p="http://schemas.openxmlformats.org/presentationml/2006/main">
  <p:tag name="AS_UNIQUEID" val="777"/>
</p:tagLst>
</file>

<file path=ppt/tags/tag639.xml><?xml version="1.0" encoding="utf-8"?>
<p:tagLst xmlns:p="http://schemas.openxmlformats.org/presentationml/2006/main">
  <p:tag name="AS_UNIQUEID" val="1391"/>
</p:tagLst>
</file>

<file path=ppt/tags/tag640.xml><?xml version="1.0" encoding="utf-8"?>
<p:tagLst xmlns:p="http://schemas.openxmlformats.org/presentationml/2006/main">
  <p:tag name="AS_UNIQUEID" val="1392"/>
</p:tagLst>
</file>

<file path=ppt/tags/tag641.xml><?xml version="1.0" encoding="utf-8"?>
<p:tagLst xmlns:p="http://schemas.openxmlformats.org/presentationml/2006/main">
  <p:tag name="AS_UNIQUEID" val="1393"/>
</p:tagLst>
</file>

<file path=ppt/tags/tag642.xml><?xml version="1.0" encoding="utf-8"?>
<p:tagLst xmlns:p="http://schemas.openxmlformats.org/presentationml/2006/main">
  <p:tag name="AS_UNIQUEID" val="773"/>
</p:tagLst>
</file>

<file path=ppt/tags/tag643.xml><?xml version="1.0" encoding="utf-8"?>
<p:tagLst xmlns:p="http://schemas.openxmlformats.org/presentationml/2006/main">
  <p:tag name="AS_UNIQUEID" val="774"/>
</p:tagLst>
</file>

<file path=ppt/tags/tag644.xml><?xml version="1.0" encoding="utf-8"?>
<p:tagLst xmlns:p="http://schemas.openxmlformats.org/presentationml/2006/main">
  <p:tag name="AS_UNIQUEID" val="306"/>
</p:tagLst>
</file>

<file path=ppt/tags/tag645.xml><?xml version="1.0" encoding="utf-8"?>
<p:tagLst xmlns:p="http://schemas.openxmlformats.org/presentationml/2006/main">
  <p:tag name="AS_UNIQUEID" val="821"/>
</p:tagLst>
</file>

<file path=ppt/tags/tag646.xml><?xml version="1.0" encoding="utf-8"?>
<p:tagLst xmlns:p="http://schemas.openxmlformats.org/presentationml/2006/main">
  <p:tag name="AS_UNIQUEID" val="822"/>
</p:tagLst>
</file>

<file path=ppt/tags/tag647.xml><?xml version="1.0" encoding="utf-8"?>
<p:tagLst xmlns:p="http://schemas.openxmlformats.org/presentationml/2006/main">
  <p:tag name="AS_UNIQUEID" val="823"/>
</p:tagLst>
</file>

<file path=ppt/tags/tag648.xml><?xml version="1.0" encoding="utf-8"?>
<p:tagLst xmlns:p="http://schemas.openxmlformats.org/presentationml/2006/main">
  <p:tag name="AS_UNIQUEID" val="824"/>
</p:tagLst>
</file>

<file path=ppt/tags/tag649.xml><?xml version="1.0" encoding="utf-8"?>
<p:tagLst xmlns:p="http://schemas.openxmlformats.org/presentationml/2006/main">
  <p:tag name="AS_UNIQUEID" val="825"/>
</p:tagLst>
</file>

<file path=ppt/tags/tag650.xml><?xml version="1.0" encoding="utf-8"?>
<p:tagLst xmlns:p="http://schemas.openxmlformats.org/presentationml/2006/main">
  <p:tag name="AS_UNIQUEID" val="826"/>
</p:tagLst>
</file>

<file path=ppt/tags/tag651.xml><?xml version="1.0" encoding="utf-8"?>
<p:tagLst xmlns:p="http://schemas.openxmlformats.org/presentationml/2006/main">
  <p:tag name="AS_UNIQUEID" val="1395"/>
</p:tagLst>
</file>

<file path=ppt/tags/tag652.xml><?xml version="1.0" encoding="utf-8"?>
<p:tagLst xmlns:p="http://schemas.openxmlformats.org/presentationml/2006/main">
  <p:tag name="AS_UNIQUEID" val="1396"/>
</p:tagLst>
</file>

<file path=ppt/tags/tag653.xml><?xml version="1.0" encoding="utf-8"?>
<p:tagLst xmlns:p="http://schemas.openxmlformats.org/presentationml/2006/main">
  <p:tag name="AS_UNIQUEID" val="1397"/>
</p:tagLst>
</file>

<file path=ppt/tags/tag654.xml><?xml version="1.0" encoding="utf-8"?>
<p:tagLst xmlns:p="http://schemas.openxmlformats.org/presentationml/2006/main">
  <p:tag name="AS_UNIQUEID" val="306"/>
</p:tagLst>
</file>

<file path=ppt/tags/tag655.xml><?xml version="1.0" encoding="utf-8"?>
<p:tagLst xmlns:p="http://schemas.openxmlformats.org/presentationml/2006/main">
  <p:tag name="AS_UNIQUEID" val="821"/>
</p:tagLst>
</file>

<file path=ppt/tags/tag656.xml><?xml version="1.0" encoding="utf-8"?>
<p:tagLst xmlns:p="http://schemas.openxmlformats.org/presentationml/2006/main">
  <p:tag name="AS_UNIQUEID" val="822"/>
</p:tagLst>
</file>

<file path=ppt/tags/tag657.xml><?xml version="1.0" encoding="utf-8"?>
<p:tagLst xmlns:p="http://schemas.openxmlformats.org/presentationml/2006/main">
  <p:tag name="AS_UNIQUEID" val="823"/>
</p:tagLst>
</file>

<file path=ppt/tags/tag658.xml><?xml version="1.0" encoding="utf-8"?>
<p:tagLst xmlns:p="http://schemas.openxmlformats.org/presentationml/2006/main">
  <p:tag name="AS_UNIQUEID" val="824"/>
</p:tagLst>
</file>

<file path=ppt/tags/tag659.xml><?xml version="1.0" encoding="utf-8"?>
<p:tagLst xmlns:p="http://schemas.openxmlformats.org/presentationml/2006/main">
  <p:tag name="AS_UNIQUEID" val="825"/>
</p:tagLst>
</file>

<file path=ppt/tags/tag660.xml><?xml version="1.0" encoding="utf-8"?>
<p:tagLst xmlns:p="http://schemas.openxmlformats.org/presentationml/2006/main">
  <p:tag name="AS_UNIQUEID" val="826"/>
</p:tagLst>
</file>

<file path=ppt/tags/tag661.xml><?xml version="1.0" encoding="utf-8"?>
<p:tagLst xmlns:p="http://schemas.openxmlformats.org/presentationml/2006/main">
  <p:tag name="AS_UNIQUEID" val="1399"/>
</p:tagLst>
</file>

<file path=ppt/tags/tag662.xml><?xml version="1.0" encoding="utf-8"?>
<p:tagLst xmlns:p="http://schemas.openxmlformats.org/presentationml/2006/main">
  <p:tag name="AS_UNIQUEID" val="1400"/>
</p:tagLst>
</file>

<file path=ppt/tags/tag663.xml><?xml version="1.0" encoding="utf-8"?>
<p:tagLst xmlns:p="http://schemas.openxmlformats.org/presentationml/2006/main">
  <p:tag name="AS_UNIQUEID" val="1401"/>
</p:tagLst>
</file>

<file path=ppt/tags/tag664.xml><?xml version="1.0" encoding="utf-8"?>
<p:tagLst xmlns:p="http://schemas.openxmlformats.org/presentationml/2006/main">
  <p:tag name="AS_UNIQUEID" val="306"/>
</p:tagLst>
</file>

<file path=ppt/tags/tag665.xml><?xml version="1.0" encoding="utf-8"?>
<p:tagLst xmlns:p="http://schemas.openxmlformats.org/presentationml/2006/main">
  <p:tag name="AS_UNIQUEID" val="821"/>
</p:tagLst>
</file>

<file path=ppt/tags/tag666.xml><?xml version="1.0" encoding="utf-8"?>
<p:tagLst xmlns:p="http://schemas.openxmlformats.org/presentationml/2006/main">
  <p:tag name="AS_UNIQUEID" val="822"/>
</p:tagLst>
</file>

<file path=ppt/tags/tag667.xml><?xml version="1.0" encoding="utf-8"?>
<p:tagLst xmlns:p="http://schemas.openxmlformats.org/presentationml/2006/main">
  <p:tag name="AS_UNIQUEID" val="823"/>
</p:tagLst>
</file>

<file path=ppt/tags/tag668.xml><?xml version="1.0" encoding="utf-8"?>
<p:tagLst xmlns:p="http://schemas.openxmlformats.org/presentationml/2006/main">
  <p:tag name="AS_UNIQUEID" val="824"/>
</p:tagLst>
</file>

<file path=ppt/tags/tag669.xml><?xml version="1.0" encoding="utf-8"?>
<p:tagLst xmlns:p="http://schemas.openxmlformats.org/presentationml/2006/main">
  <p:tag name="AS_UNIQUEID" val="825"/>
</p:tagLst>
</file>

<file path=ppt/tags/tag670.xml><?xml version="1.0" encoding="utf-8"?>
<p:tagLst xmlns:p="http://schemas.openxmlformats.org/presentationml/2006/main">
  <p:tag name="AS_UNIQUEID" val="826"/>
</p:tagLst>
</file>

<file path=ppt/tags/tag671.xml><?xml version="1.0" encoding="utf-8"?>
<p:tagLst xmlns:p="http://schemas.openxmlformats.org/presentationml/2006/main">
  <p:tag name="AS_UNIQUEID" val="1403"/>
</p:tagLst>
</file>

<file path=ppt/tags/tag672.xml><?xml version="1.0" encoding="utf-8"?>
<p:tagLst xmlns:p="http://schemas.openxmlformats.org/presentationml/2006/main">
  <p:tag name="AS_UNIQUEID" val="1404"/>
</p:tagLst>
</file>

<file path=ppt/tags/tag673.xml><?xml version="1.0" encoding="utf-8"?>
<p:tagLst xmlns:p="http://schemas.openxmlformats.org/presentationml/2006/main">
  <p:tag name="AS_UNIQUEID" val="1405"/>
</p:tagLst>
</file>

<file path=ppt/tags/tag674.xml><?xml version="1.0" encoding="utf-8"?>
<p:tagLst xmlns:p="http://schemas.openxmlformats.org/presentationml/2006/main">
  <p:tag name="AS_UNIQUEID" val="1406"/>
</p:tagLst>
</file>

<file path=ppt/tags/tag675.xml><?xml version="1.0" encoding="utf-8"?>
<p:tagLst xmlns:p="http://schemas.openxmlformats.org/presentationml/2006/main">
  <p:tag name="AS_UNIQUEID" val="306"/>
</p:tagLst>
</file>

<file path=ppt/tags/tag676.xml><?xml version="1.0" encoding="utf-8"?>
<p:tagLst xmlns:p="http://schemas.openxmlformats.org/presentationml/2006/main">
  <p:tag name="AS_UNIQUEID" val="821"/>
</p:tagLst>
</file>

<file path=ppt/tags/tag677.xml><?xml version="1.0" encoding="utf-8"?>
<p:tagLst xmlns:p="http://schemas.openxmlformats.org/presentationml/2006/main">
  <p:tag name="AS_UNIQUEID" val="822"/>
</p:tagLst>
</file>

<file path=ppt/tags/tag678.xml><?xml version="1.0" encoding="utf-8"?>
<p:tagLst xmlns:p="http://schemas.openxmlformats.org/presentationml/2006/main">
  <p:tag name="AS_UNIQUEID" val="823"/>
</p:tagLst>
</file>

<file path=ppt/tags/tag679.xml><?xml version="1.0" encoding="utf-8"?>
<p:tagLst xmlns:p="http://schemas.openxmlformats.org/presentationml/2006/main">
  <p:tag name="AS_UNIQUEID" val="824"/>
</p:tagLst>
</file>

<file path=ppt/tags/tag680.xml><?xml version="1.0" encoding="utf-8"?>
<p:tagLst xmlns:p="http://schemas.openxmlformats.org/presentationml/2006/main">
  <p:tag name="AS_UNIQUEID" val="825"/>
</p:tagLst>
</file>

<file path=ppt/tags/tag681.xml><?xml version="1.0" encoding="utf-8"?>
<p:tagLst xmlns:p="http://schemas.openxmlformats.org/presentationml/2006/main">
  <p:tag name="AS_UNIQUEID" val="826"/>
</p:tagLst>
</file>

<file path=ppt/tags/tag682.xml><?xml version="1.0" encoding="utf-8"?>
<p:tagLst xmlns:p="http://schemas.openxmlformats.org/presentationml/2006/main">
  <p:tag name="AS_UNIQUEID" val="1408"/>
</p:tagLst>
</file>

<file path=ppt/tags/tag683.xml><?xml version="1.0" encoding="utf-8"?>
<p:tagLst xmlns:p="http://schemas.openxmlformats.org/presentationml/2006/main">
  <p:tag name="AS_UNIQUEID" val="1409"/>
</p:tagLst>
</file>

<file path=ppt/tags/tag684.xml><?xml version="1.0" encoding="utf-8"?>
<p:tagLst xmlns:p="http://schemas.openxmlformats.org/presentationml/2006/main">
  <p:tag name="AS_UNIQUEID" val="306"/>
</p:tagLst>
</file>

<file path=ppt/tags/tag685.xml><?xml version="1.0" encoding="utf-8"?>
<p:tagLst xmlns:p="http://schemas.openxmlformats.org/presentationml/2006/main">
  <p:tag name="AS_UNIQUEID" val="821"/>
</p:tagLst>
</file>

<file path=ppt/tags/tag686.xml><?xml version="1.0" encoding="utf-8"?>
<p:tagLst xmlns:p="http://schemas.openxmlformats.org/presentationml/2006/main">
  <p:tag name="AS_UNIQUEID" val="822"/>
</p:tagLst>
</file>

<file path=ppt/tags/tag687.xml><?xml version="1.0" encoding="utf-8"?>
<p:tagLst xmlns:p="http://schemas.openxmlformats.org/presentationml/2006/main">
  <p:tag name="AS_UNIQUEID" val="823"/>
</p:tagLst>
</file>

<file path=ppt/tags/tag688.xml><?xml version="1.0" encoding="utf-8"?>
<p:tagLst xmlns:p="http://schemas.openxmlformats.org/presentationml/2006/main">
  <p:tag name="AS_UNIQUEID" val="824"/>
</p:tagLst>
</file>

<file path=ppt/tags/tag689.xml><?xml version="1.0" encoding="utf-8"?>
<p:tagLst xmlns:p="http://schemas.openxmlformats.org/presentationml/2006/main">
  <p:tag name="AS_UNIQUEID" val="825"/>
</p:tagLst>
</file>

<file path=ppt/tags/tag690.xml><?xml version="1.0" encoding="utf-8"?>
<p:tagLst xmlns:p="http://schemas.openxmlformats.org/presentationml/2006/main">
  <p:tag name="AS_UNIQUEID" val="826"/>
</p:tagLst>
</file>

<file path=ppt/tags/tag691.xml><?xml version="1.0" encoding="utf-8"?>
<p:tagLst xmlns:p="http://schemas.openxmlformats.org/presentationml/2006/main">
  <p:tag name="AS_UNIQUEID" val="1411"/>
</p:tagLst>
</file>

<file path=ppt/tags/tag692.xml><?xml version="1.0" encoding="utf-8"?>
<p:tagLst xmlns:p="http://schemas.openxmlformats.org/presentationml/2006/main">
  <p:tag name="AS_UNIQUEID" val="1412"/>
</p:tagLst>
</file>

<file path=ppt/tags/tag693.xml><?xml version="1.0" encoding="utf-8"?>
<p:tagLst xmlns:p="http://schemas.openxmlformats.org/presentationml/2006/main">
  <p:tag name="AS_UNIQUEID" val="306"/>
</p:tagLst>
</file>

<file path=ppt/tags/tag694.xml><?xml version="1.0" encoding="utf-8"?>
<p:tagLst xmlns:p="http://schemas.openxmlformats.org/presentationml/2006/main">
  <p:tag name="AS_UNIQUEID" val="821"/>
</p:tagLst>
</file>

<file path=ppt/tags/tag695.xml><?xml version="1.0" encoding="utf-8"?>
<p:tagLst xmlns:p="http://schemas.openxmlformats.org/presentationml/2006/main">
  <p:tag name="AS_UNIQUEID" val="822"/>
</p:tagLst>
</file>

<file path=ppt/tags/tag696.xml><?xml version="1.0" encoding="utf-8"?>
<p:tagLst xmlns:p="http://schemas.openxmlformats.org/presentationml/2006/main">
  <p:tag name="AS_UNIQUEID" val="823"/>
</p:tagLst>
</file>

<file path=ppt/tags/tag697.xml><?xml version="1.0" encoding="utf-8"?>
<p:tagLst xmlns:p="http://schemas.openxmlformats.org/presentationml/2006/main">
  <p:tag name="AS_UNIQUEID" val="824"/>
</p:tagLst>
</file>

<file path=ppt/tags/tag698.xml><?xml version="1.0" encoding="utf-8"?>
<p:tagLst xmlns:p="http://schemas.openxmlformats.org/presentationml/2006/main">
  <p:tag name="AS_UNIQUEID" val="825"/>
</p:tagLst>
</file>

<file path=ppt/tags/tag699.xml><?xml version="1.0" encoding="utf-8"?>
<p:tagLst xmlns:p="http://schemas.openxmlformats.org/presentationml/2006/main">
  <p:tag name="AS_UNIQUEID" val="826"/>
</p:tagLst>
</file>

<file path=ppt/tags/tag700.xml><?xml version="1.0" encoding="utf-8"?>
<p:tagLst xmlns:p="http://schemas.openxmlformats.org/presentationml/2006/main">
  <p:tag name="AS_UNIQUEID" val="1414"/>
</p:tagLst>
</file>

<file path=ppt/tags/tag701.xml><?xml version="1.0" encoding="utf-8"?>
<p:tagLst xmlns:p="http://schemas.openxmlformats.org/presentationml/2006/main">
  <p:tag name="AS_UNIQUEID" val="1415"/>
</p:tagLst>
</file>

<file path=ppt/tags/tag702.xml><?xml version="1.0" encoding="utf-8"?>
<p:tagLst xmlns:p="http://schemas.openxmlformats.org/presentationml/2006/main">
  <p:tag name="AS_UNIQUEID" val="1416"/>
</p:tagLst>
</file>

<file path=ppt/tags/tag703.xml><?xml version="1.0" encoding="utf-8"?>
<p:tagLst xmlns:p="http://schemas.openxmlformats.org/presentationml/2006/main">
  <p:tag name="AS_UNIQUEID" val="1417"/>
</p:tagLst>
</file>

<file path=ppt/tags/tag704.xml><?xml version="1.0" encoding="utf-8"?>
<p:tagLst xmlns:p="http://schemas.openxmlformats.org/presentationml/2006/main">
  <p:tag name="AS_UNIQUEID" val="306"/>
</p:tagLst>
</file>

<file path=ppt/tags/tag705.xml><?xml version="1.0" encoding="utf-8"?>
<p:tagLst xmlns:p="http://schemas.openxmlformats.org/presentationml/2006/main">
  <p:tag name="AS_UNIQUEID" val="821"/>
</p:tagLst>
</file>

<file path=ppt/tags/tag706.xml><?xml version="1.0" encoding="utf-8"?>
<p:tagLst xmlns:p="http://schemas.openxmlformats.org/presentationml/2006/main">
  <p:tag name="AS_UNIQUEID" val="822"/>
</p:tagLst>
</file>

<file path=ppt/tags/tag707.xml><?xml version="1.0" encoding="utf-8"?>
<p:tagLst xmlns:p="http://schemas.openxmlformats.org/presentationml/2006/main">
  <p:tag name="AS_UNIQUEID" val="823"/>
</p:tagLst>
</file>

<file path=ppt/tags/tag708.xml><?xml version="1.0" encoding="utf-8"?>
<p:tagLst xmlns:p="http://schemas.openxmlformats.org/presentationml/2006/main">
  <p:tag name="AS_UNIQUEID" val="824"/>
</p:tagLst>
</file>

<file path=ppt/tags/tag709.xml><?xml version="1.0" encoding="utf-8"?>
<p:tagLst xmlns:p="http://schemas.openxmlformats.org/presentationml/2006/main">
  <p:tag name="AS_UNIQUEID" val="825"/>
</p:tagLst>
</file>

<file path=ppt/tags/tag710.xml><?xml version="1.0" encoding="utf-8"?>
<p:tagLst xmlns:p="http://schemas.openxmlformats.org/presentationml/2006/main">
  <p:tag name="AS_UNIQUEID" val="826"/>
</p:tagLst>
</file>

<file path=ppt/tags/tag711.xml><?xml version="1.0" encoding="utf-8"?>
<p:tagLst xmlns:p="http://schemas.openxmlformats.org/presentationml/2006/main">
  <p:tag name="AS_UNIQUEID" val="1419"/>
</p:tagLst>
</file>

<file path=ppt/tags/tag712.xml><?xml version="1.0" encoding="utf-8"?>
<p:tagLst xmlns:p="http://schemas.openxmlformats.org/presentationml/2006/main">
  <p:tag name="AS_UNIQUEID" val="306"/>
</p:tagLst>
</file>

<file path=ppt/tags/tag713.xml><?xml version="1.0" encoding="utf-8"?>
<p:tagLst xmlns:p="http://schemas.openxmlformats.org/presentationml/2006/main">
  <p:tag name="AS_UNIQUEID" val="821"/>
</p:tagLst>
</file>

<file path=ppt/tags/tag714.xml><?xml version="1.0" encoding="utf-8"?>
<p:tagLst xmlns:p="http://schemas.openxmlformats.org/presentationml/2006/main">
  <p:tag name="AS_UNIQUEID" val="822"/>
</p:tagLst>
</file>

<file path=ppt/tags/tag715.xml><?xml version="1.0" encoding="utf-8"?>
<p:tagLst xmlns:p="http://schemas.openxmlformats.org/presentationml/2006/main">
  <p:tag name="AS_UNIQUEID" val="823"/>
</p:tagLst>
</file>

<file path=ppt/tags/tag716.xml><?xml version="1.0" encoding="utf-8"?>
<p:tagLst xmlns:p="http://schemas.openxmlformats.org/presentationml/2006/main">
  <p:tag name="AS_UNIQUEID" val="824"/>
</p:tagLst>
</file>

<file path=ppt/tags/tag717.xml><?xml version="1.0" encoding="utf-8"?>
<p:tagLst xmlns:p="http://schemas.openxmlformats.org/presentationml/2006/main">
  <p:tag name="AS_UNIQUEID" val="825"/>
</p:tagLst>
</file>

<file path=ppt/tags/tag718.xml><?xml version="1.0" encoding="utf-8"?>
<p:tagLst xmlns:p="http://schemas.openxmlformats.org/presentationml/2006/main">
  <p:tag name="AS_UNIQUEID" val="826"/>
</p:tagLst>
</file>

<file path=ppt/tags/tag719.xml><?xml version="1.0" encoding="utf-8"?>
<p:tagLst xmlns:p="http://schemas.openxmlformats.org/presentationml/2006/main">
  <p:tag name="AS_UNIQUEID" val="1421"/>
</p:tagLst>
</file>

<file path=ppt/tags/tag720.xml><?xml version="1.0" encoding="utf-8"?>
<p:tagLst xmlns:p="http://schemas.openxmlformats.org/presentationml/2006/main">
  <p:tag name="AS_UNIQUEID" val="784"/>
</p:tagLst>
</file>

<file path=ppt/tags/tag721.xml><?xml version="1.0" encoding="utf-8"?>
<p:tagLst xmlns:p="http://schemas.openxmlformats.org/presentationml/2006/main">
  <p:tag name="AS_UNIQUEID" val="1422"/>
</p:tagLst>
</file>

<file path=ppt/tags/tag722.xml><?xml version="1.0" encoding="utf-8"?>
<p:tagLst xmlns:p="http://schemas.openxmlformats.org/presentationml/2006/main">
  <p:tag name="AS_UNIQUEID" val="306"/>
</p:tagLst>
</file>

<file path=ppt/tags/tag723.xml><?xml version="1.0" encoding="utf-8"?>
<p:tagLst xmlns:p="http://schemas.openxmlformats.org/presentationml/2006/main">
  <p:tag name="AS_UNIQUEID" val="821"/>
</p:tagLst>
</file>

<file path=ppt/tags/tag724.xml><?xml version="1.0" encoding="utf-8"?>
<p:tagLst xmlns:p="http://schemas.openxmlformats.org/presentationml/2006/main">
  <p:tag name="AS_UNIQUEID" val="822"/>
</p:tagLst>
</file>

<file path=ppt/tags/tag725.xml><?xml version="1.0" encoding="utf-8"?>
<p:tagLst xmlns:p="http://schemas.openxmlformats.org/presentationml/2006/main">
  <p:tag name="AS_UNIQUEID" val="823"/>
</p:tagLst>
</file>

<file path=ppt/tags/tag726.xml><?xml version="1.0" encoding="utf-8"?>
<p:tagLst xmlns:p="http://schemas.openxmlformats.org/presentationml/2006/main">
  <p:tag name="AS_UNIQUEID" val="824"/>
</p:tagLst>
</file>

<file path=ppt/tags/tag727.xml><?xml version="1.0" encoding="utf-8"?>
<p:tagLst xmlns:p="http://schemas.openxmlformats.org/presentationml/2006/main">
  <p:tag name="AS_UNIQUEID" val="825"/>
</p:tagLst>
</file>

<file path=ppt/tags/tag728.xml><?xml version="1.0" encoding="utf-8"?>
<p:tagLst xmlns:p="http://schemas.openxmlformats.org/presentationml/2006/main">
  <p:tag name="AS_UNIQUEID" val="826"/>
</p:tagLst>
</file>

<file path=ppt/tags/tag729.xml><?xml version="1.0" encoding="utf-8"?>
<p:tagLst xmlns:p="http://schemas.openxmlformats.org/presentationml/2006/main">
  <p:tag name="AS_UNIQUEID" val="1424"/>
</p:tagLst>
</file>

<file path=ppt/tags/tag730.xml><?xml version="1.0" encoding="utf-8"?>
<p:tagLst xmlns:p="http://schemas.openxmlformats.org/presentationml/2006/main">
  <p:tag name="AS_UNIQUEID" val="784"/>
</p:tagLst>
</file>

<file path=ppt/tags/tag731.xml><?xml version="1.0" encoding="utf-8"?>
<p:tagLst xmlns:p="http://schemas.openxmlformats.org/presentationml/2006/main">
  <p:tag name="AS_UNIQUEID" val="1425"/>
</p:tagLst>
</file>

<file path=ppt/tags/tag732.xml><?xml version="1.0" encoding="utf-8"?>
<p:tagLst xmlns:p="http://schemas.openxmlformats.org/presentationml/2006/main">
  <p:tag name="AS_UNIQUEID" val="306"/>
</p:tagLst>
</file>

<file path=ppt/tags/tag733.xml><?xml version="1.0" encoding="utf-8"?>
<p:tagLst xmlns:p="http://schemas.openxmlformats.org/presentationml/2006/main">
  <p:tag name="AS_UNIQUEID" val="821"/>
</p:tagLst>
</file>

<file path=ppt/tags/tag734.xml><?xml version="1.0" encoding="utf-8"?>
<p:tagLst xmlns:p="http://schemas.openxmlformats.org/presentationml/2006/main">
  <p:tag name="AS_UNIQUEID" val="822"/>
</p:tagLst>
</file>

<file path=ppt/tags/tag735.xml><?xml version="1.0" encoding="utf-8"?>
<p:tagLst xmlns:p="http://schemas.openxmlformats.org/presentationml/2006/main">
  <p:tag name="AS_UNIQUEID" val="823"/>
</p:tagLst>
</file>

<file path=ppt/tags/tag736.xml><?xml version="1.0" encoding="utf-8"?>
<p:tagLst xmlns:p="http://schemas.openxmlformats.org/presentationml/2006/main">
  <p:tag name="AS_UNIQUEID" val="824"/>
</p:tagLst>
</file>

<file path=ppt/tags/tag737.xml><?xml version="1.0" encoding="utf-8"?>
<p:tagLst xmlns:p="http://schemas.openxmlformats.org/presentationml/2006/main">
  <p:tag name="AS_UNIQUEID" val="825"/>
</p:tagLst>
</file>

<file path=ppt/tags/tag738.xml><?xml version="1.0" encoding="utf-8"?>
<p:tagLst xmlns:p="http://schemas.openxmlformats.org/presentationml/2006/main">
  <p:tag name="AS_UNIQUEID" val="826"/>
</p:tagLst>
</file>

<file path=ppt/tags/tag739.xml><?xml version="1.0" encoding="utf-8"?>
<p:tagLst xmlns:p="http://schemas.openxmlformats.org/presentationml/2006/main">
  <p:tag name="AS_UNIQUEID" val="1427"/>
</p:tagLst>
</file>

<file path=ppt/tags/tag740.xml><?xml version="1.0" encoding="utf-8"?>
<p:tagLst xmlns:p="http://schemas.openxmlformats.org/presentationml/2006/main">
  <p:tag name="AS_UNIQUEID" val="784"/>
</p:tagLst>
</file>

<file path=ppt/tags/tag741.xml><?xml version="1.0" encoding="utf-8"?>
<p:tagLst xmlns:p="http://schemas.openxmlformats.org/presentationml/2006/main">
  <p:tag name="AS_UNIQUEID" val="306"/>
</p:tagLst>
</file>

<file path=ppt/tags/tag742.xml><?xml version="1.0" encoding="utf-8"?>
<p:tagLst xmlns:p="http://schemas.openxmlformats.org/presentationml/2006/main">
  <p:tag name="AS_UNIQUEID" val="821"/>
</p:tagLst>
</file>

<file path=ppt/tags/tag743.xml><?xml version="1.0" encoding="utf-8"?>
<p:tagLst xmlns:p="http://schemas.openxmlformats.org/presentationml/2006/main">
  <p:tag name="AS_UNIQUEID" val="822"/>
</p:tagLst>
</file>

<file path=ppt/tags/tag744.xml><?xml version="1.0" encoding="utf-8"?>
<p:tagLst xmlns:p="http://schemas.openxmlformats.org/presentationml/2006/main">
  <p:tag name="AS_UNIQUEID" val="823"/>
</p:tagLst>
</file>

<file path=ppt/tags/tag745.xml><?xml version="1.0" encoding="utf-8"?>
<p:tagLst xmlns:p="http://schemas.openxmlformats.org/presentationml/2006/main">
  <p:tag name="AS_UNIQUEID" val="824"/>
</p:tagLst>
</file>

<file path=ppt/tags/tag746.xml><?xml version="1.0" encoding="utf-8"?>
<p:tagLst xmlns:p="http://schemas.openxmlformats.org/presentationml/2006/main">
  <p:tag name="AS_UNIQUEID" val="825"/>
</p:tagLst>
</file>

<file path=ppt/tags/tag747.xml><?xml version="1.0" encoding="utf-8"?>
<p:tagLst xmlns:p="http://schemas.openxmlformats.org/presentationml/2006/main">
  <p:tag name="AS_UNIQUEID" val="826"/>
</p:tagLst>
</file>

<file path=ppt/tags/tag748.xml><?xml version="1.0" encoding="utf-8"?>
<p:tagLst xmlns:p="http://schemas.openxmlformats.org/presentationml/2006/main">
  <p:tag name="AS_UNIQUEID" val="1429"/>
</p:tagLst>
</file>

<file path=ppt/tags/tag749.xml><?xml version="1.0" encoding="utf-8"?>
<p:tagLst xmlns:p="http://schemas.openxmlformats.org/presentationml/2006/main">
  <p:tag name="AS_UNIQUEID" val="784"/>
</p:tagLst>
</file>

<file path=ppt/tags/tag750.xml><?xml version="1.0" encoding="utf-8"?>
<p:tagLst xmlns:p="http://schemas.openxmlformats.org/presentationml/2006/main">
  <p:tag name="AS_UNIQUEID" val="1430"/>
</p:tagLst>
</file>

<file path=ppt/tags/tag751.xml><?xml version="1.0" encoding="utf-8"?>
<p:tagLst xmlns:p="http://schemas.openxmlformats.org/presentationml/2006/main">
  <p:tag name="AS_UNIQUEID" val="306"/>
</p:tagLst>
</file>

<file path=ppt/tags/tag752.xml><?xml version="1.0" encoding="utf-8"?>
<p:tagLst xmlns:p="http://schemas.openxmlformats.org/presentationml/2006/main">
  <p:tag name="AS_UNIQUEID" val="821"/>
</p:tagLst>
</file>

<file path=ppt/tags/tag753.xml><?xml version="1.0" encoding="utf-8"?>
<p:tagLst xmlns:p="http://schemas.openxmlformats.org/presentationml/2006/main">
  <p:tag name="AS_UNIQUEID" val="822"/>
</p:tagLst>
</file>

<file path=ppt/tags/tag754.xml><?xml version="1.0" encoding="utf-8"?>
<p:tagLst xmlns:p="http://schemas.openxmlformats.org/presentationml/2006/main">
  <p:tag name="AS_UNIQUEID" val="823"/>
</p:tagLst>
</file>

<file path=ppt/tags/tag755.xml><?xml version="1.0" encoding="utf-8"?>
<p:tagLst xmlns:p="http://schemas.openxmlformats.org/presentationml/2006/main">
  <p:tag name="AS_UNIQUEID" val="824"/>
</p:tagLst>
</file>

<file path=ppt/tags/tag756.xml><?xml version="1.0" encoding="utf-8"?>
<p:tagLst xmlns:p="http://schemas.openxmlformats.org/presentationml/2006/main">
  <p:tag name="AS_UNIQUEID" val="825"/>
</p:tagLst>
</file>

<file path=ppt/tags/tag757.xml><?xml version="1.0" encoding="utf-8"?>
<p:tagLst xmlns:p="http://schemas.openxmlformats.org/presentationml/2006/main">
  <p:tag name="AS_UNIQUEID" val="826"/>
</p:tagLst>
</file>

<file path=ppt/tags/tag758.xml><?xml version="1.0" encoding="utf-8"?>
<p:tagLst xmlns:p="http://schemas.openxmlformats.org/presentationml/2006/main">
  <p:tag name="AS_UNIQUEID" val="1432"/>
</p:tagLst>
</file>

<file path=ppt/tags/tag759.xml><?xml version="1.0" encoding="utf-8"?>
<p:tagLst xmlns:p="http://schemas.openxmlformats.org/presentationml/2006/main">
  <p:tag name="AS_UNIQUEID" val="784"/>
</p:tagLst>
</file>

<file path=ppt/tags/tag760.xml><?xml version="1.0" encoding="utf-8"?>
<p:tagLst xmlns:p="http://schemas.openxmlformats.org/presentationml/2006/main">
  <p:tag name="AS_UNIQUEID" val="1433"/>
</p:tagLst>
</file>

<file path=ppt/tags/tag761.xml><?xml version="1.0" encoding="utf-8"?>
<p:tagLst xmlns:p="http://schemas.openxmlformats.org/presentationml/2006/main">
  <p:tag name="AS_UNIQUEID" val="306"/>
</p:tagLst>
</file>

<file path=ppt/tags/tag762.xml><?xml version="1.0" encoding="utf-8"?>
<p:tagLst xmlns:p="http://schemas.openxmlformats.org/presentationml/2006/main">
  <p:tag name="AS_UNIQUEID" val="821"/>
</p:tagLst>
</file>

<file path=ppt/tags/tag763.xml><?xml version="1.0" encoding="utf-8"?>
<p:tagLst xmlns:p="http://schemas.openxmlformats.org/presentationml/2006/main">
  <p:tag name="AS_UNIQUEID" val="822"/>
</p:tagLst>
</file>

<file path=ppt/tags/tag764.xml><?xml version="1.0" encoding="utf-8"?>
<p:tagLst xmlns:p="http://schemas.openxmlformats.org/presentationml/2006/main">
  <p:tag name="AS_UNIQUEID" val="823"/>
</p:tagLst>
</file>

<file path=ppt/tags/tag765.xml><?xml version="1.0" encoding="utf-8"?>
<p:tagLst xmlns:p="http://schemas.openxmlformats.org/presentationml/2006/main">
  <p:tag name="AS_UNIQUEID" val="824"/>
</p:tagLst>
</file>

<file path=ppt/tags/tag766.xml><?xml version="1.0" encoding="utf-8"?>
<p:tagLst xmlns:p="http://schemas.openxmlformats.org/presentationml/2006/main">
  <p:tag name="AS_UNIQUEID" val="825"/>
</p:tagLst>
</file>

<file path=ppt/tags/tag767.xml><?xml version="1.0" encoding="utf-8"?>
<p:tagLst xmlns:p="http://schemas.openxmlformats.org/presentationml/2006/main">
  <p:tag name="AS_UNIQUEID" val="826"/>
</p:tagLst>
</file>

<file path=ppt/tags/tag768.xml><?xml version="1.0" encoding="utf-8"?>
<p:tagLst xmlns:p="http://schemas.openxmlformats.org/presentationml/2006/main">
  <p:tag name="AS_UNIQUEID" val="1435"/>
</p:tagLst>
</file>

<file path=ppt/tags/tag769.xml><?xml version="1.0" encoding="utf-8"?>
<p:tagLst xmlns:p="http://schemas.openxmlformats.org/presentationml/2006/main">
  <p:tag name="AS_UNIQUEID" val="784"/>
</p:tagLst>
</file>

<file path=ppt/tags/tag770.xml><?xml version="1.0" encoding="utf-8"?>
<p:tagLst xmlns:p="http://schemas.openxmlformats.org/presentationml/2006/main">
  <p:tag name="AS_UNIQUEID" val="1436"/>
</p:tagLst>
</file>

<file path=ppt/tags/tag771.xml><?xml version="1.0" encoding="utf-8"?>
<p:tagLst xmlns:p="http://schemas.openxmlformats.org/presentationml/2006/main">
  <p:tag name="AS_UNIQUEID" val="306"/>
</p:tagLst>
</file>

<file path=ppt/tags/tag772.xml><?xml version="1.0" encoding="utf-8"?>
<p:tagLst xmlns:p="http://schemas.openxmlformats.org/presentationml/2006/main">
  <p:tag name="AS_UNIQUEID" val="821"/>
</p:tagLst>
</file>

<file path=ppt/tags/tag773.xml><?xml version="1.0" encoding="utf-8"?>
<p:tagLst xmlns:p="http://schemas.openxmlformats.org/presentationml/2006/main">
  <p:tag name="AS_UNIQUEID" val="822"/>
</p:tagLst>
</file>

<file path=ppt/tags/tag774.xml><?xml version="1.0" encoding="utf-8"?>
<p:tagLst xmlns:p="http://schemas.openxmlformats.org/presentationml/2006/main">
  <p:tag name="AS_UNIQUEID" val="823"/>
</p:tagLst>
</file>

<file path=ppt/tags/tag775.xml><?xml version="1.0" encoding="utf-8"?>
<p:tagLst xmlns:p="http://schemas.openxmlformats.org/presentationml/2006/main">
  <p:tag name="AS_UNIQUEID" val="824"/>
</p:tagLst>
</file>

<file path=ppt/tags/tag776.xml><?xml version="1.0" encoding="utf-8"?>
<p:tagLst xmlns:p="http://schemas.openxmlformats.org/presentationml/2006/main">
  <p:tag name="AS_UNIQUEID" val="825"/>
</p:tagLst>
</file>

<file path=ppt/tags/tag777.xml><?xml version="1.0" encoding="utf-8"?>
<p:tagLst xmlns:p="http://schemas.openxmlformats.org/presentationml/2006/main">
  <p:tag name="AS_UNIQUEID" val="826"/>
</p:tagLst>
</file>

<file path=ppt/tags/tag778.xml><?xml version="1.0" encoding="utf-8"?>
<p:tagLst xmlns:p="http://schemas.openxmlformats.org/presentationml/2006/main">
  <p:tag name="AS_UNIQUEID" val="1438"/>
</p:tagLst>
</file>

<file path=ppt/tags/tag779.xml><?xml version="1.0" encoding="utf-8"?>
<p:tagLst xmlns:p="http://schemas.openxmlformats.org/presentationml/2006/main">
  <p:tag name="AS_UNIQUEID" val="784"/>
</p:tagLst>
</file>

<file path=ppt/tags/tag780.xml><?xml version="1.0" encoding="utf-8"?>
<p:tagLst xmlns:p="http://schemas.openxmlformats.org/presentationml/2006/main">
  <p:tag name="AS_UNIQUEID" val="1439"/>
</p:tagLst>
</file>

<file path=ppt/tags/tag781.xml><?xml version="1.0" encoding="utf-8"?>
<p:tagLst xmlns:p="http://schemas.openxmlformats.org/presentationml/2006/main">
  <p:tag name="AS_UNIQUEID" val="1440"/>
</p:tagLst>
</file>

<file path=ppt/tags/tag782.xml><?xml version="1.0" encoding="utf-8"?>
<p:tagLst xmlns:p="http://schemas.openxmlformats.org/presentationml/2006/main">
  <p:tag name="AS_UNIQUEID" val="897"/>
</p:tagLst>
</file>

<file path=ppt/tags/tag783.xml><?xml version="1.0" encoding="utf-8"?>
<p:tagLst xmlns:p="http://schemas.openxmlformats.org/presentationml/2006/main">
  <p:tag name="AS_UNIQUEID" val="898"/>
</p:tagLst>
</file>

<file path=ppt/tags/tag784.xml><?xml version="1.0" encoding="utf-8"?>
<p:tagLst xmlns:p="http://schemas.openxmlformats.org/presentationml/2006/main">
  <p:tag name="AS_UNIQUEID" val="899"/>
</p:tagLst>
</file>

<file path=ppt/tags/tag785.xml><?xml version="1.0" encoding="utf-8"?>
<p:tagLst xmlns:p="http://schemas.openxmlformats.org/presentationml/2006/main">
  <p:tag name="AS_UNIQUEID" val="784"/>
</p:tagLst>
</file>

<file path=ppt/tags/tag786.xml><?xml version="1.0" encoding="utf-8"?>
<p:tagLst xmlns:p="http://schemas.openxmlformats.org/presentationml/2006/main">
  <p:tag name="AS_UNIQUEID" val="1442"/>
</p:tagLst>
</file>

<file path=ppt/tags/tag787.xml><?xml version="1.0" encoding="utf-8"?>
<p:tagLst xmlns:p="http://schemas.openxmlformats.org/presentationml/2006/main">
  <p:tag name="AS_UNIQUEID" val="1443"/>
</p:tagLst>
</file>

<file path=ppt/tags/tag788.xml><?xml version="1.0" encoding="utf-8"?>
<p:tagLst xmlns:p="http://schemas.openxmlformats.org/presentationml/2006/main">
  <p:tag name="AS_UNIQUEID" val="1444"/>
</p:tagLst>
</file>

<file path=ppt/tags/tag789.xml><?xml version="1.0" encoding="utf-8"?>
<p:tagLst xmlns:p="http://schemas.openxmlformats.org/presentationml/2006/main">
  <p:tag name="AS_UNIQUEID" val="1445"/>
</p:tagLst>
</file>

<file path=ppt/tags/tag790.xml><?xml version="1.0" encoding="utf-8"?>
<p:tagLst xmlns:p="http://schemas.openxmlformats.org/presentationml/2006/main">
  <p:tag name="AS_UNIQUEID" val="1446"/>
</p:tagLst>
</file>

<file path=ppt/tags/tag791.xml><?xml version="1.0" encoding="utf-8"?>
<p:tagLst xmlns:p="http://schemas.openxmlformats.org/presentationml/2006/main">
  <p:tag name="AS_UNIQUEID" val="1447"/>
</p:tagLst>
</file>

<file path=ppt/tags/tag792.xml><?xml version="1.0" encoding="utf-8"?>
<p:tagLst xmlns:p="http://schemas.openxmlformats.org/presentationml/2006/main">
  <p:tag name="AS_UNIQUEID" val="897"/>
</p:tagLst>
</file>

<file path=ppt/tags/tag793.xml><?xml version="1.0" encoding="utf-8"?>
<p:tagLst xmlns:p="http://schemas.openxmlformats.org/presentationml/2006/main">
  <p:tag name="AS_UNIQUEID" val="898"/>
</p:tagLst>
</file>

<file path=ppt/tags/tag794.xml><?xml version="1.0" encoding="utf-8"?>
<p:tagLst xmlns:p="http://schemas.openxmlformats.org/presentationml/2006/main">
  <p:tag name="AS_UNIQUEID" val="899"/>
</p:tagLst>
</file>

<file path=ppt/tags/tag795.xml><?xml version="1.0" encoding="utf-8"?>
<p:tagLst xmlns:p="http://schemas.openxmlformats.org/presentationml/2006/main">
  <p:tag name="AS_UNIQUEID" val="784"/>
</p:tagLst>
</file>

<file path=ppt/tags/tag796.xml><?xml version="1.0" encoding="utf-8"?>
<p:tagLst xmlns:p="http://schemas.openxmlformats.org/presentationml/2006/main">
  <p:tag name="AS_UNIQUEID" val="1449"/>
</p:tagLst>
</file>

<file path=ppt/tags/tag797.xml><?xml version="1.0" encoding="utf-8"?>
<p:tagLst xmlns:p="http://schemas.openxmlformats.org/presentationml/2006/main">
  <p:tag name="AS_UNIQUEID" val="1450"/>
</p:tagLst>
</file>

<file path=ppt/tags/tag798.xml><?xml version="1.0" encoding="utf-8"?>
<p:tagLst xmlns:p="http://schemas.openxmlformats.org/presentationml/2006/main">
  <p:tag name="AS_UNIQUEID" val="1451"/>
</p:tagLst>
</file>

<file path=ppt/tags/tag799.xml><?xml version="1.0" encoding="utf-8"?>
<p:tagLst xmlns:p="http://schemas.openxmlformats.org/presentationml/2006/main">
  <p:tag name="AS_UNIQUEID" val="1452"/>
</p:tagLst>
</file>

<file path=ppt/tags/tag800.xml><?xml version="1.0" encoding="utf-8"?>
<p:tagLst xmlns:p="http://schemas.openxmlformats.org/presentationml/2006/main">
  <p:tag name="AS_UNIQUEID" val="1535"/>
</p:tagLst>
</file>

<file path=ppt/tags/tag801.xml><?xml version="1.0" encoding="utf-8"?>
<p:tagLst xmlns:p="http://schemas.openxmlformats.org/presentationml/2006/main">
  <p:tag name="AS_UNIQUEID" val="897"/>
</p:tagLst>
</file>

<file path=ppt/tags/tag802.xml><?xml version="1.0" encoding="utf-8"?>
<p:tagLst xmlns:p="http://schemas.openxmlformats.org/presentationml/2006/main">
  <p:tag name="AS_UNIQUEID" val="898"/>
</p:tagLst>
</file>

<file path=ppt/tags/tag803.xml><?xml version="1.0" encoding="utf-8"?>
<p:tagLst xmlns:p="http://schemas.openxmlformats.org/presentationml/2006/main">
  <p:tag name="AS_UNIQUEID" val="899"/>
</p:tagLst>
</file>

<file path=ppt/tags/tag804.xml><?xml version="1.0" encoding="utf-8"?>
<p:tagLst xmlns:p="http://schemas.openxmlformats.org/presentationml/2006/main">
  <p:tag name="AS_UNIQUEID" val="784"/>
</p:tagLst>
</file>

<file path=ppt/tags/tag805.xml><?xml version="1.0" encoding="utf-8"?>
<p:tagLst xmlns:p="http://schemas.openxmlformats.org/presentationml/2006/main">
  <p:tag name="AS_UNIQUEID" val="1454"/>
</p:tagLst>
</file>

<file path=ppt/tags/tag806.xml><?xml version="1.0" encoding="utf-8"?>
<p:tagLst xmlns:p="http://schemas.openxmlformats.org/presentationml/2006/main">
  <p:tag name="AS_UNIQUEID" val="1455"/>
</p:tagLst>
</file>

<file path=ppt/tags/tag807.xml><?xml version="1.0" encoding="utf-8"?>
<p:tagLst xmlns:p="http://schemas.openxmlformats.org/presentationml/2006/main">
  <p:tag name="AS_UNIQUEID" val="1456"/>
</p:tagLst>
</file>

<file path=ppt/tags/tag808.xml><?xml version="1.0" encoding="utf-8"?>
<p:tagLst xmlns:p="http://schemas.openxmlformats.org/presentationml/2006/main">
  <p:tag name="AS_UNIQUEID" val="1457"/>
</p:tagLst>
</file>

<file path=ppt/tags/tag809.xml><?xml version="1.0" encoding="utf-8"?>
<p:tagLst xmlns:p="http://schemas.openxmlformats.org/presentationml/2006/main">
  <p:tag name="AS_UNIQUEID" val="1458"/>
</p:tagLst>
</file>

<file path=ppt/tags/tag810.xml><?xml version="1.0" encoding="utf-8"?>
<p:tagLst xmlns:p="http://schemas.openxmlformats.org/presentationml/2006/main">
  <p:tag name="AS_UNIQUEID" val="1459"/>
</p:tagLst>
</file>

<file path=ppt/tags/tag811.xml><?xml version="1.0" encoding="utf-8"?>
<p:tagLst xmlns:p="http://schemas.openxmlformats.org/presentationml/2006/main">
  <p:tag name="AS_UNIQUEID" val="897"/>
</p:tagLst>
</file>

<file path=ppt/tags/tag812.xml><?xml version="1.0" encoding="utf-8"?>
<p:tagLst xmlns:p="http://schemas.openxmlformats.org/presentationml/2006/main">
  <p:tag name="AS_UNIQUEID" val="898"/>
</p:tagLst>
</file>

<file path=ppt/tags/tag813.xml><?xml version="1.0" encoding="utf-8"?>
<p:tagLst xmlns:p="http://schemas.openxmlformats.org/presentationml/2006/main">
  <p:tag name="AS_UNIQUEID" val="899"/>
</p:tagLst>
</file>

<file path=ppt/tags/tag814.xml><?xml version="1.0" encoding="utf-8"?>
<p:tagLst xmlns:p="http://schemas.openxmlformats.org/presentationml/2006/main">
  <p:tag name="AS_UNIQUEID" val="784"/>
</p:tagLst>
</file>

<file path=ppt/tags/tag815.xml><?xml version="1.0" encoding="utf-8"?>
<p:tagLst xmlns:p="http://schemas.openxmlformats.org/presentationml/2006/main">
  <p:tag name="AS_UNIQUEID" val="1461"/>
</p:tagLst>
</file>

<file path=ppt/tags/tag816.xml><?xml version="1.0" encoding="utf-8"?>
<p:tagLst xmlns:p="http://schemas.openxmlformats.org/presentationml/2006/main">
  <p:tag name="AS_UNIQUEID" val="1462"/>
</p:tagLst>
</file>

<file path=ppt/tags/tag817.xml><?xml version="1.0" encoding="utf-8"?>
<p:tagLst xmlns:p="http://schemas.openxmlformats.org/presentationml/2006/main">
  <p:tag name="AS_UNIQUEID" val="1463"/>
</p:tagLst>
</file>

<file path=ppt/tags/tag818.xml><?xml version="1.0" encoding="utf-8"?>
<p:tagLst xmlns:p="http://schemas.openxmlformats.org/presentationml/2006/main">
  <p:tag name="AS_UNIQUEID" val="1464"/>
</p:tagLst>
</file>

<file path=ppt/tags/tag819.xml><?xml version="1.0" encoding="utf-8"?>
<p:tagLst xmlns:p="http://schemas.openxmlformats.org/presentationml/2006/main">
  <p:tag name="AS_UNIQUEID" val="920"/>
</p:tagLst>
</file>

<file path=ppt/tags/tag820.xml><?xml version="1.0" encoding="utf-8"?>
<p:tagLst xmlns:p="http://schemas.openxmlformats.org/presentationml/2006/main">
  <p:tag name="AS_UNIQUEID" val="921"/>
</p:tagLst>
</file>

<file path=ppt/tags/tag821.xml><?xml version="1.0" encoding="utf-8"?>
<p:tagLst xmlns:p="http://schemas.openxmlformats.org/presentationml/2006/main">
  <p:tag name="AS_UNIQUEID" val="922"/>
</p:tagLst>
</file>

<file path=ppt/tags/tag822.xml><?xml version="1.0" encoding="utf-8"?>
<p:tagLst xmlns:p="http://schemas.openxmlformats.org/presentationml/2006/main">
  <p:tag name="AS_UNIQUEID" val="258"/>
  <p:tag name="KSO_WM_BEAUTIFY_FLAG" val=""/>
</p:tagLst>
</file>

<file path=ppt/tags/tag823.xml><?xml version="1.0" encoding="utf-8"?>
<p:tagLst xmlns:p="http://schemas.openxmlformats.org/presentationml/2006/main">
  <p:tag name="AS_UNIQUEID" val="1467"/>
</p:tagLst>
</file>

<file path=ppt/tags/tag824.xml><?xml version="1.0" encoding="utf-8"?>
<p:tagLst xmlns:p="http://schemas.openxmlformats.org/presentationml/2006/main">
  <p:tag name="AS_UNIQUEID" val="1468"/>
</p:tagLst>
</file>

<file path=ppt/tags/tag825.xml><?xml version="1.0" encoding="utf-8"?>
<p:tagLst xmlns:p="http://schemas.openxmlformats.org/presentationml/2006/main">
  <p:tag name="AS_UNIQUEID" val="1469"/>
</p:tagLst>
</file>

<file path=ppt/tags/tag826.xml><?xml version="1.0" encoding="utf-8"?>
<p:tagLst xmlns:p="http://schemas.openxmlformats.org/presentationml/2006/main">
  <p:tag name="AS_UNIQUEID" val="1470"/>
</p:tagLst>
</file>

<file path=ppt/tags/tag827.xml><?xml version="1.0" encoding="utf-8"?>
<p:tagLst xmlns:p="http://schemas.openxmlformats.org/presentationml/2006/main">
  <p:tag name="AS_UNIQUEID" val="1471"/>
</p:tagLst>
</file>

<file path=ppt/tags/tag828.xml><?xml version="1.0" encoding="utf-8"?>
<p:tagLst xmlns:p="http://schemas.openxmlformats.org/presentationml/2006/main">
  <p:tag name="KSO_WM_BEAUTIFY_FLAG" val="#wm#"/>
  <p:tag name="KSO_WM_DIAGRAM_GROUP_CODE" val="l1-3"/>
  <p:tag name="KSO_WM_SLIDE_COLORSCHEME_VERSION" val="3.2"/>
  <p:tag name="KSO_WM_SLIDE_DIAGTYPE" val="l"/>
  <p:tag name="KSO_WM_SLIDE_ID" val="custom20204426_26"/>
  <p:tag name="KSO_WM_SLIDE_INDEX" val="26"/>
  <p:tag name="KSO_WM_SLIDE_ITEM_CNT" val="3"/>
  <p:tag name="KSO_WM_SLIDE_LAYOUT" val="a_i_l"/>
  <p:tag name="KSO_WM_SLIDE_LAYOUT_CNT" val="1_1_1"/>
  <p:tag name="KSO_WM_SLIDE_POSITION" val="54.3*115.4"/>
  <p:tag name="KSO_WM_SLIDE_SIZE" val="851.397*345.2"/>
  <p:tag name="KSO_WM_SLIDE_SUBTYPE" val="diag"/>
  <p:tag name="KSO_WM_SLIDE_TYPE" val="text"/>
  <p:tag name="KSO_WM_SPECIAL_SOURCE" val="bdnull"/>
  <p:tag name="KSO_WM_TAG_VERSION" val="1.0"/>
  <p:tag name="KSO_WM_TEMPLATE_CATEGORY" val="custom"/>
  <p:tag name="KSO_WM_TEMPLATE_COLOR_TYPE" val="1"/>
  <p:tag name="KSO_WM_TEMPLATE_INDEX" val="20204426"/>
  <p:tag name="KSO_WM_TEMPLATE_MASTER_TYPE" val="1"/>
  <p:tag name="KSO_WM_TEMPLATE_SUBCATEGORY" val="0"/>
</p:tagLst>
</file>

<file path=ppt/tags/tag829.xml><?xml version="1.0" encoding="utf-8"?>
<p:tagLst xmlns:p="http://schemas.openxmlformats.org/presentationml/2006/main">
  <p:tag name="AS_UNIQUEID" val="73"/>
</p:tagLst>
</file>

<file path=ppt/tags/tag830.xml><?xml version="1.0" encoding="utf-8"?>
<p:tagLst xmlns:p="http://schemas.openxmlformats.org/presentationml/2006/main">
  <p:tag name="AS_UNIQUEID" val="74"/>
</p:tagLst>
</file>

<file path=ppt/tags/tag831.xml><?xml version="1.0" encoding="utf-8"?>
<p:tagLst xmlns:p="http://schemas.openxmlformats.org/presentationml/2006/main">
  <p:tag name="AS_UNIQUEID" val="75"/>
</p:tagLst>
</file>

<file path=ppt/tags/tag832.xml><?xml version="1.0" encoding="utf-8"?>
<p:tagLst xmlns:p="http://schemas.openxmlformats.org/presentationml/2006/main">
  <p:tag name="AS_UNIQUEID" val="920"/>
</p:tagLst>
</file>

<file path=ppt/tags/tag833.xml><?xml version="1.0" encoding="utf-8"?>
<p:tagLst xmlns:p="http://schemas.openxmlformats.org/presentationml/2006/main">
  <p:tag name="AS_UNIQUEID" val="921"/>
</p:tagLst>
</file>

<file path=ppt/tags/tag834.xml><?xml version="1.0" encoding="utf-8"?>
<p:tagLst xmlns:p="http://schemas.openxmlformats.org/presentationml/2006/main">
  <p:tag name="AS_UNIQUEID" val="922"/>
</p:tagLst>
</file>

<file path=ppt/tags/tag835.xml><?xml version="1.0" encoding="utf-8"?>
<p:tagLst xmlns:p="http://schemas.openxmlformats.org/presentationml/2006/main">
  <p:tag name="AS_UNIQUEID" val="258"/>
  <p:tag name="KSO_WM_BEAUTIFY_FLAG" val=""/>
</p:tagLst>
</file>

<file path=ppt/tags/tag836.xml><?xml version="1.0" encoding="utf-8"?>
<p:tagLst xmlns:p="http://schemas.openxmlformats.org/presentationml/2006/main">
  <p:tag name="AS_UNIQUEID" val="1474"/>
</p:tagLst>
</file>

<file path=ppt/tags/tag837.xml><?xml version="1.0" encoding="utf-8"?>
<p:tagLst xmlns:p="http://schemas.openxmlformats.org/presentationml/2006/main">
  <p:tag name="AS_UNIQUEID" val="1475"/>
</p:tagLst>
</file>

<file path=ppt/tags/tag838.xml><?xml version="1.0" encoding="utf-8"?>
<p:tagLst xmlns:p="http://schemas.openxmlformats.org/presentationml/2006/main">
  <p:tag name="AS_UNIQUEID" val="1476"/>
</p:tagLst>
</file>

<file path=ppt/tags/tag839.xml><?xml version="1.0" encoding="utf-8"?>
<p:tagLst xmlns:p="http://schemas.openxmlformats.org/presentationml/2006/main">
  <p:tag name="AS_UNIQUEID" val="1477"/>
</p:tagLst>
</file>

<file path=ppt/tags/tag840.xml><?xml version="1.0" encoding="utf-8"?>
<p:tagLst xmlns:p="http://schemas.openxmlformats.org/presentationml/2006/main">
  <p:tag name="AS_UNIQUEID" val="1478"/>
</p:tagLst>
</file>

<file path=ppt/tags/tag841.xml><?xml version="1.0" encoding="utf-8"?>
<p:tagLst xmlns:p="http://schemas.openxmlformats.org/presentationml/2006/main">
  <p:tag name="KSO_WM_BEAUTIFY_FLAG" val="#wm#"/>
  <p:tag name="KSO_WM_DIAGRAM_GROUP_CODE" val="l1-3"/>
  <p:tag name="KSO_WM_SLIDE_COLORSCHEME_VERSION" val="3.2"/>
  <p:tag name="KSO_WM_SLIDE_DIAGTYPE" val="l"/>
  <p:tag name="KSO_WM_SLIDE_ID" val="custom20204426_26"/>
  <p:tag name="KSO_WM_SLIDE_INDEX" val="26"/>
  <p:tag name="KSO_WM_SLIDE_ITEM_CNT" val="3"/>
  <p:tag name="KSO_WM_SLIDE_LAYOUT" val="a_i_l"/>
  <p:tag name="KSO_WM_SLIDE_LAYOUT_CNT" val="1_1_1"/>
  <p:tag name="KSO_WM_SLIDE_POSITION" val="54.3*115.4"/>
  <p:tag name="KSO_WM_SLIDE_SIZE" val="851.397*345.2"/>
  <p:tag name="KSO_WM_SLIDE_SUBTYPE" val="diag"/>
  <p:tag name="KSO_WM_SLIDE_TYPE" val="text"/>
  <p:tag name="KSO_WM_SPECIAL_SOURCE" val="bdnull"/>
  <p:tag name="KSO_WM_TAG_VERSION" val="1.0"/>
  <p:tag name="KSO_WM_TEMPLATE_CATEGORY" val="custom"/>
  <p:tag name="KSO_WM_TEMPLATE_COLOR_TYPE" val="1"/>
  <p:tag name="KSO_WM_TEMPLATE_INDEX" val="20204426"/>
  <p:tag name="KSO_WM_TEMPLATE_MASTER_TYPE" val="1"/>
  <p:tag name="KSO_WM_TEMPLATE_SUBCATEGORY" val="0"/>
</p:tagLst>
</file>

<file path=ppt/tags/tag842.xml><?xml version="1.0" encoding="utf-8"?>
<p:tagLst xmlns:p="http://schemas.openxmlformats.org/presentationml/2006/main">
  <p:tag name="AS_UNIQUEID" val="73"/>
</p:tagLst>
</file>

<file path=ppt/tags/tag843.xml><?xml version="1.0" encoding="utf-8"?>
<p:tagLst xmlns:p="http://schemas.openxmlformats.org/presentationml/2006/main">
  <p:tag name="AS_UNIQUEID" val="74"/>
</p:tagLst>
</file>

<file path=ppt/tags/tag844.xml><?xml version="1.0" encoding="utf-8"?>
<p:tagLst xmlns:p="http://schemas.openxmlformats.org/presentationml/2006/main">
  <p:tag name="AS_UNIQUEID" val="75"/>
</p:tagLst>
</file>

<file path=ppt/tags/tag845.xml><?xml version="1.0" encoding="utf-8"?>
<p:tagLst xmlns:p="http://schemas.openxmlformats.org/presentationml/2006/main">
  <p:tag name="AS_UNIQUEID" val="920"/>
</p:tagLst>
</file>

<file path=ppt/tags/tag846.xml><?xml version="1.0" encoding="utf-8"?>
<p:tagLst xmlns:p="http://schemas.openxmlformats.org/presentationml/2006/main">
  <p:tag name="AS_UNIQUEID" val="921"/>
</p:tagLst>
</file>

<file path=ppt/tags/tag847.xml><?xml version="1.0" encoding="utf-8"?>
<p:tagLst xmlns:p="http://schemas.openxmlformats.org/presentationml/2006/main">
  <p:tag name="AS_UNIQUEID" val="922"/>
</p:tagLst>
</file>

<file path=ppt/tags/tag848.xml><?xml version="1.0" encoding="utf-8"?>
<p:tagLst xmlns:p="http://schemas.openxmlformats.org/presentationml/2006/main">
  <p:tag name="AS_UNIQUEID" val="258"/>
  <p:tag name="KSO_WM_BEAUTIFY_FLAG" val=""/>
</p:tagLst>
</file>

<file path=ppt/tags/tag849.xml><?xml version="1.0" encoding="utf-8"?>
<p:tagLst xmlns:p="http://schemas.openxmlformats.org/presentationml/2006/main">
  <p:tag name="AS_UNIQUEID" val="1481"/>
</p:tagLst>
</file>

<file path=ppt/tags/tag850.xml><?xml version="1.0" encoding="utf-8"?>
<p:tagLst xmlns:p="http://schemas.openxmlformats.org/presentationml/2006/main">
  <p:tag name="AS_UNIQUEID" val="1482"/>
</p:tagLst>
</file>

<file path=ppt/tags/tag851.xml><?xml version="1.0" encoding="utf-8"?>
<p:tagLst xmlns:p="http://schemas.openxmlformats.org/presentationml/2006/main">
  <p:tag name="AS_UNIQUEID" val="1483"/>
</p:tagLst>
</file>

<file path=ppt/tags/tag852.xml><?xml version="1.0" encoding="utf-8"?>
<p:tagLst xmlns:p="http://schemas.openxmlformats.org/presentationml/2006/main">
  <p:tag name="AS_UNIQUEID" val="1484"/>
</p:tagLst>
</file>

<file path=ppt/tags/tag853.xml><?xml version="1.0" encoding="utf-8"?>
<p:tagLst xmlns:p="http://schemas.openxmlformats.org/presentationml/2006/main">
  <p:tag name="AS_UNIQUEID" val="1485"/>
</p:tagLst>
</file>

<file path=ppt/tags/tag854.xml><?xml version="1.0" encoding="utf-8"?>
<p:tagLst xmlns:p="http://schemas.openxmlformats.org/presentationml/2006/main">
  <p:tag name="KSO_WM_BEAUTIFY_FLAG" val="#wm#"/>
  <p:tag name="KSO_WM_DIAGRAM_GROUP_CODE" val="l1-3"/>
  <p:tag name="KSO_WM_SLIDE_COLORSCHEME_VERSION" val="3.2"/>
  <p:tag name="KSO_WM_SLIDE_DIAGTYPE" val="l"/>
  <p:tag name="KSO_WM_SLIDE_ID" val="custom20204426_26"/>
  <p:tag name="KSO_WM_SLIDE_INDEX" val="26"/>
  <p:tag name="KSO_WM_SLIDE_ITEM_CNT" val="3"/>
  <p:tag name="KSO_WM_SLIDE_LAYOUT" val="a_i_l"/>
  <p:tag name="KSO_WM_SLIDE_LAYOUT_CNT" val="1_1_1"/>
  <p:tag name="KSO_WM_SLIDE_POSITION" val="54.3*115.4"/>
  <p:tag name="KSO_WM_SLIDE_SIZE" val="851.397*345.2"/>
  <p:tag name="KSO_WM_SLIDE_SUBTYPE" val="diag"/>
  <p:tag name="KSO_WM_SLIDE_TYPE" val="text"/>
  <p:tag name="KSO_WM_SPECIAL_SOURCE" val="bdnull"/>
  <p:tag name="KSO_WM_TAG_VERSION" val="1.0"/>
  <p:tag name="KSO_WM_TEMPLATE_CATEGORY" val="custom"/>
  <p:tag name="KSO_WM_TEMPLATE_COLOR_TYPE" val="1"/>
  <p:tag name="KSO_WM_TEMPLATE_INDEX" val="20204426"/>
  <p:tag name="KSO_WM_TEMPLATE_MASTER_TYPE" val="1"/>
  <p:tag name="KSO_WM_TEMPLATE_SUBCATEGORY" val="0"/>
</p:tagLst>
</file>

<file path=ppt/tags/tag855.xml><?xml version="1.0" encoding="utf-8"?>
<p:tagLst xmlns:p="http://schemas.openxmlformats.org/presentationml/2006/main">
  <p:tag name="AS_UNIQUEID" val="73"/>
</p:tagLst>
</file>

<file path=ppt/tags/tag856.xml><?xml version="1.0" encoding="utf-8"?>
<p:tagLst xmlns:p="http://schemas.openxmlformats.org/presentationml/2006/main">
  <p:tag name="AS_UNIQUEID" val="74"/>
</p:tagLst>
</file>

<file path=ppt/tags/tag857.xml><?xml version="1.0" encoding="utf-8"?>
<p:tagLst xmlns:p="http://schemas.openxmlformats.org/presentationml/2006/main">
  <p:tag name="AS_UNIQUEID" val="75"/>
</p:tagLst>
</file>

<file path=ppt/tags/tag858.xml><?xml version="1.0" encoding="utf-8"?>
<p:tagLst xmlns:p="http://schemas.openxmlformats.org/presentationml/2006/main">
  <p:tag name="AS_UNIQUEID" val="920"/>
</p:tagLst>
</file>

<file path=ppt/tags/tag859.xml><?xml version="1.0" encoding="utf-8"?>
<p:tagLst xmlns:p="http://schemas.openxmlformats.org/presentationml/2006/main">
  <p:tag name="AS_UNIQUEID" val="921"/>
</p:tagLst>
</file>

<file path=ppt/tags/tag860.xml><?xml version="1.0" encoding="utf-8"?>
<p:tagLst xmlns:p="http://schemas.openxmlformats.org/presentationml/2006/main">
  <p:tag name="AS_UNIQUEID" val="922"/>
</p:tagLst>
</file>

<file path=ppt/tags/tag861.xml><?xml version="1.0" encoding="utf-8"?>
<p:tagLst xmlns:p="http://schemas.openxmlformats.org/presentationml/2006/main">
  <p:tag name="AS_UNIQUEID" val="258"/>
  <p:tag name="KSO_WM_BEAUTIFY_FLAG" val=""/>
</p:tagLst>
</file>

<file path=ppt/tags/tag862.xml><?xml version="1.0" encoding="utf-8"?>
<p:tagLst xmlns:p="http://schemas.openxmlformats.org/presentationml/2006/main">
  <p:tag name="AS_UNIQUEID" val="1488"/>
</p:tagLst>
</file>

<file path=ppt/tags/tag863.xml><?xml version="1.0" encoding="utf-8"?>
<p:tagLst xmlns:p="http://schemas.openxmlformats.org/presentationml/2006/main">
  <p:tag name="AS_UNIQUEID" val="1489"/>
</p:tagLst>
</file>

<file path=ppt/tags/tag864.xml><?xml version="1.0" encoding="utf-8"?>
<p:tagLst xmlns:p="http://schemas.openxmlformats.org/presentationml/2006/main">
  <p:tag name="AS_UNIQUEID" val="1490"/>
</p:tagLst>
</file>

<file path=ppt/tags/tag865.xml><?xml version="1.0" encoding="utf-8"?>
<p:tagLst xmlns:p="http://schemas.openxmlformats.org/presentationml/2006/main">
  <p:tag name="AS_UNIQUEID" val="1491"/>
</p:tagLst>
</file>

<file path=ppt/tags/tag866.xml><?xml version="1.0" encoding="utf-8"?>
<p:tagLst xmlns:p="http://schemas.openxmlformats.org/presentationml/2006/main">
  <p:tag name="AS_UNIQUEID" val="1492"/>
</p:tagLst>
</file>

<file path=ppt/tags/tag867.xml><?xml version="1.0" encoding="utf-8"?>
<p:tagLst xmlns:p="http://schemas.openxmlformats.org/presentationml/2006/main">
  <p:tag name="KSO_WM_BEAUTIFY_FLAG" val="#wm#"/>
  <p:tag name="KSO_WM_DIAGRAM_GROUP_CODE" val="l1-3"/>
  <p:tag name="KSO_WM_SLIDE_COLORSCHEME_VERSION" val="3.2"/>
  <p:tag name="KSO_WM_SLIDE_DIAGTYPE" val="l"/>
  <p:tag name="KSO_WM_SLIDE_ID" val="custom20204426_26"/>
  <p:tag name="KSO_WM_SLIDE_INDEX" val="26"/>
  <p:tag name="KSO_WM_SLIDE_ITEM_CNT" val="3"/>
  <p:tag name="KSO_WM_SLIDE_LAYOUT" val="a_i_l"/>
  <p:tag name="KSO_WM_SLIDE_LAYOUT_CNT" val="1_1_1"/>
  <p:tag name="KSO_WM_SLIDE_POSITION" val="54.3*115.4"/>
  <p:tag name="KSO_WM_SLIDE_SIZE" val="851.397*345.2"/>
  <p:tag name="KSO_WM_SLIDE_SUBTYPE" val="diag"/>
  <p:tag name="KSO_WM_SLIDE_TYPE" val="text"/>
  <p:tag name="KSO_WM_SPECIAL_SOURCE" val="bdnull"/>
  <p:tag name="KSO_WM_TAG_VERSION" val="1.0"/>
  <p:tag name="KSO_WM_TEMPLATE_CATEGORY" val="custom"/>
  <p:tag name="KSO_WM_TEMPLATE_COLOR_TYPE" val="1"/>
  <p:tag name="KSO_WM_TEMPLATE_INDEX" val="20204426"/>
  <p:tag name="KSO_WM_TEMPLATE_MASTER_TYPE" val="1"/>
  <p:tag name="KSO_WM_TEMPLATE_SUBCATEGORY" val="0"/>
</p:tagLst>
</file>

<file path=ppt/tags/tag868.xml><?xml version="1.0" encoding="utf-8"?>
<p:tagLst xmlns:p="http://schemas.openxmlformats.org/presentationml/2006/main">
  <p:tag name="AS_UNIQUEID" val="73"/>
</p:tagLst>
</file>

<file path=ppt/tags/tag869.xml><?xml version="1.0" encoding="utf-8"?>
<p:tagLst xmlns:p="http://schemas.openxmlformats.org/presentationml/2006/main">
  <p:tag name="AS_UNIQUEID" val="74"/>
</p:tagLst>
</file>

<file path=ppt/tags/tag870.xml><?xml version="1.0" encoding="utf-8"?>
<p:tagLst xmlns:p="http://schemas.openxmlformats.org/presentationml/2006/main">
  <p:tag name="AS_UNIQUEID" val="75"/>
</p:tagLst>
</file>

<file path=ppt/tags/tag871.xml><?xml version="1.0" encoding="utf-8"?>
<p:tagLst xmlns:p="http://schemas.openxmlformats.org/presentationml/2006/main">
  <p:tag name="AS_UNIQUEID" val="920"/>
</p:tagLst>
</file>

<file path=ppt/tags/tag872.xml><?xml version="1.0" encoding="utf-8"?>
<p:tagLst xmlns:p="http://schemas.openxmlformats.org/presentationml/2006/main">
  <p:tag name="AS_UNIQUEID" val="921"/>
</p:tagLst>
</file>

<file path=ppt/tags/tag873.xml><?xml version="1.0" encoding="utf-8"?>
<p:tagLst xmlns:p="http://schemas.openxmlformats.org/presentationml/2006/main">
  <p:tag name="AS_UNIQUEID" val="922"/>
</p:tagLst>
</file>

<file path=ppt/tags/tag874.xml><?xml version="1.0" encoding="utf-8"?>
<p:tagLst xmlns:p="http://schemas.openxmlformats.org/presentationml/2006/main">
  <p:tag name="AS_UNIQUEID" val="258"/>
  <p:tag name="KSO_WM_BEAUTIFY_FLAG" val=""/>
</p:tagLst>
</file>

<file path=ppt/tags/tag875.xml><?xml version="1.0" encoding="utf-8"?>
<p:tagLst xmlns:p="http://schemas.openxmlformats.org/presentationml/2006/main">
  <p:tag name="AS_UNIQUEID" val="1495"/>
</p:tagLst>
</file>

<file path=ppt/tags/tag876.xml><?xml version="1.0" encoding="utf-8"?>
<p:tagLst xmlns:p="http://schemas.openxmlformats.org/presentationml/2006/main">
  <p:tag name="AS_UNIQUEID" val="1496"/>
</p:tagLst>
</file>

<file path=ppt/tags/tag877.xml><?xml version="1.0" encoding="utf-8"?>
<p:tagLst xmlns:p="http://schemas.openxmlformats.org/presentationml/2006/main">
  <p:tag name="AS_UNIQUEID" val="1497"/>
</p:tagLst>
</file>

<file path=ppt/tags/tag878.xml><?xml version="1.0" encoding="utf-8"?>
<p:tagLst xmlns:p="http://schemas.openxmlformats.org/presentationml/2006/main">
  <p:tag name="AS_UNIQUEID" val="1498"/>
</p:tagLst>
</file>

<file path=ppt/tags/tag879.xml><?xml version="1.0" encoding="utf-8"?>
<p:tagLst xmlns:p="http://schemas.openxmlformats.org/presentationml/2006/main">
  <p:tag name="AS_UNIQUEID" val="1499"/>
</p:tagLst>
</file>

<file path=ppt/tags/tag880.xml><?xml version="1.0" encoding="utf-8"?>
<p:tagLst xmlns:p="http://schemas.openxmlformats.org/presentationml/2006/main">
  <p:tag name="AS_UNIQUEID" val="1500"/>
</p:tagLst>
</file>

<file path=ppt/tags/tag881.xml><?xml version="1.0" encoding="utf-8"?>
<p:tagLst xmlns:p="http://schemas.openxmlformats.org/presentationml/2006/main">
  <p:tag name="AS_UNIQUEID" val="1501"/>
</p:tagLst>
</file>

<file path=ppt/tags/tag882.xml><?xml version="1.0" encoding="utf-8"?>
<p:tagLst xmlns:p="http://schemas.openxmlformats.org/presentationml/2006/main">
  <p:tag name="KSO_WM_BEAUTIFY_FLAG" val="#wm#"/>
  <p:tag name="KSO_WM_DIAGRAM_GROUP_CODE" val="l1-3"/>
  <p:tag name="KSO_WM_SLIDE_COLORSCHEME_VERSION" val="3.2"/>
  <p:tag name="KSO_WM_SLIDE_DIAGTYPE" val="l"/>
  <p:tag name="KSO_WM_SLIDE_ID" val="custom20204426_26"/>
  <p:tag name="KSO_WM_SLIDE_INDEX" val="26"/>
  <p:tag name="KSO_WM_SLIDE_ITEM_CNT" val="3"/>
  <p:tag name="KSO_WM_SLIDE_LAYOUT" val="a_i_l"/>
  <p:tag name="KSO_WM_SLIDE_LAYOUT_CNT" val="1_1_1"/>
  <p:tag name="KSO_WM_SLIDE_POSITION" val="54.3*115.4"/>
  <p:tag name="KSO_WM_SLIDE_SIZE" val="851.397*345.2"/>
  <p:tag name="KSO_WM_SLIDE_SUBTYPE" val="diag"/>
  <p:tag name="KSO_WM_SLIDE_TYPE" val="text"/>
  <p:tag name="KSO_WM_SPECIAL_SOURCE" val="bdnull"/>
  <p:tag name="KSO_WM_TAG_VERSION" val="1.0"/>
  <p:tag name="KSO_WM_TEMPLATE_CATEGORY" val="custom"/>
  <p:tag name="KSO_WM_TEMPLATE_COLOR_TYPE" val="1"/>
  <p:tag name="KSO_WM_TEMPLATE_INDEX" val="20204426"/>
  <p:tag name="KSO_WM_TEMPLATE_MASTER_TYPE" val="1"/>
  <p:tag name="KSO_WM_TEMPLATE_SUBCATEGORY" val="0"/>
</p:tagLst>
</file>

<file path=ppt/tags/tag883.xml><?xml version="1.0" encoding="utf-8"?>
<p:tagLst xmlns:p="http://schemas.openxmlformats.org/presentationml/2006/main">
  <p:tag name="AS_UNIQUEID" val="73"/>
</p:tagLst>
</file>

<file path=ppt/tags/tag884.xml><?xml version="1.0" encoding="utf-8"?>
<p:tagLst xmlns:p="http://schemas.openxmlformats.org/presentationml/2006/main">
  <p:tag name="AS_UNIQUEID" val="74"/>
</p:tagLst>
</file>

<file path=ppt/tags/tag885.xml><?xml version="1.0" encoding="utf-8"?>
<p:tagLst xmlns:p="http://schemas.openxmlformats.org/presentationml/2006/main">
  <p:tag name="AS_UNIQUEID" val="75"/>
</p:tagLst>
</file>

<file path=ppt/tags/tag886.xml><?xml version="1.0" encoding="utf-8"?>
<p:tagLst xmlns:p="http://schemas.openxmlformats.org/presentationml/2006/main">
  <p:tag name="AS_UNIQUEID" val="920"/>
</p:tagLst>
</file>

<file path=ppt/tags/tag887.xml><?xml version="1.0" encoding="utf-8"?>
<p:tagLst xmlns:p="http://schemas.openxmlformats.org/presentationml/2006/main">
  <p:tag name="AS_UNIQUEID" val="921"/>
</p:tagLst>
</file>

<file path=ppt/tags/tag888.xml><?xml version="1.0" encoding="utf-8"?>
<p:tagLst xmlns:p="http://schemas.openxmlformats.org/presentationml/2006/main">
  <p:tag name="AS_UNIQUEID" val="922"/>
</p:tagLst>
</file>

<file path=ppt/tags/tag889.xml><?xml version="1.0" encoding="utf-8"?>
<p:tagLst xmlns:p="http://schemas.openxmlformats.org/presentationml/2006/main">
  <p:tag name="AS_UNIQUEID" val="258"/>
  <p:tag name="KSO_WM_BEAUTIFY_FLAG" val=""/>
</p:tagLst>
</file>

<file path=ppt/tags/tag890.xml><?xml version="1.0" encoding="utf-8"?>
<p:tagLst xmlns:p="http://schemas.openxmlformats.org/presentationml/2006/main">
  <p:tag name="AS_UNIQUEID" val="1504"/>
</p:tagLst>
</file>

<file path=ppt/tags/tag891.xml><?xml version="1.0" encoding="utf-8"?>
<p:tagLst xmlns:p="http://schemas.openxmlformats.org/presentationml/2006/main">
  <p:tag name="AS_UNIQUEID" val="1505"/>
</p:tagLst>
</file>

<file path=ppt/tags/tag892.xml><?xml version="1.0" encoding="utf-8"?>
<p:tagLst xmlns:p="http://schemas.openxmlformats.org/presentationml/2006/main">
  <p:tag name="AS_UNIQUEID" val="1506"/>
</p:tagLst>
</file>

<file path=ppt/tags/tag893.xml><?xml version="1.0" encoding="utf-8"?>
<p:tagLst xmlns:p="http://schemas.openxmlformats.org/presentationml/2006/main">
  <p:tag name="AS_UNIQUEID" val="1507"/>
</p:tagLst>
</file>

<file path=ppt/tags/tag894.xml><?xml version="1.0" encoding="utf-8"?>
<p:tagLst xmlns:p="http://schemas.openxmlformats.org/presentationml/2006/main">
  <p:tag name="AS_UNIQUEID" val="1508"/>
</p:tagLst>
</file>

<file path=ppt/tags/tag895.xml><?xml version="1.0" encoding="utf-8"?>
<p:tagLst xmlns:p="http://schemas.openxmlformats.org/presentationml/2006/main">
  <p:tag name="KSO_WM_BEAUTIFY_FLAG" val="#wm#"/>
  <p:tag name="KSO_WM_DIAGRAM_GROUP_CODE" val="l1-3"/>
  <p:tag name="KSO_WM_SLIDE_COLORSCHEME_VERSION" val="3.2"/>
  <p:tag name="KSO_WM_SLIDE_DIAGTYPE" val="l"/>
  <p:tag name="KSO_WM_SLIDE_ID" val="custom20204426_26"/>
  <p:tag name="KSO_WM_SLIDE_INDEX" val="26"/>
  <p:tag name="KSO_WM_SLIDE_ITEM_CNT" val="3"/>
  <p:tag name="KSO_WM_SLIDE_LAYOUT" val="a_i_l"/>
  <p:tag name="KSO_WM_SLIDE_LAYOUT_CNT" val="1_1_1"/>
  <p:tag name="KSO_WM_SLIDE_POSITION" val="54.3*115.4"/>
  <p:tag name="KSO_WM_SLIDE_SIZE" val="851.397*345.2"/>
  <p:tag name="KSO_WM_SLIDE_SUBTYPE" val="diag"/>
  <p:tag name="KSO_WM_SLIDE_TYPE" val="text"/>
  <p:tag name="KSO_WM_SPECIAL_SOURCE" val="bdnull"/>
  <p:tag name="KSO_WM_TAG_VERSION" val="1.0"/>
  <p:tag name="KSO_WM_TEMPLATE_CATEGORY" val="custom"/>
  <p:tag name="KSO_WM_TEMPLATE_COLOR_TYPE" val="1"/>
  <p:tag name="KSO_WM_TEMPLATE_INDEX" val="20204426"/>
  <p:tag name="KSO_WM_TEMPLATE_MASTER_TYPE" val="1"/>
  <p:tag name="KSO_WM_TEMPLATE_SUBCATEGORY" val="0"/>
</p:tagLst>
</file>

<file path=ppt/tags/tag896.xml><?xml version="1.0" encoding="utf-8"?>
<p:tagLst xmlns:p="http://schemas.openxmlformats.org/presentationml/2006/main">
  <p:tag name="AS_UNIQUEID" val="73"/>
</p:tagLst>
</file>

<file path=ppt/tags/tag897.xml><?xml version="1.0" encoding="utf-8"?>
<p:tagLst xmlns:p="http://schemas.openxmlformats.org/presentationml/2006/main">
  <p:tag name="AS_UNIQUEID" val="74"/>
</p:tagLst>
</file>

<file path=ppt/tags/tag898.xml><?xml version="1.0" encoding="utf-8"?>
<p:tagLst xmlns:p="http://schemas.openxmlformats.org/presentationml/2006/main">
  <p:tag name="AS_UNIQUEID" val="75"/>
</p:tagLst>
</file>

<file path=ppt/tags/tag899.xml><?xml version="1.0" encoding="utf-8"?>
<p:tagLst xmlns:p="http://schemas.openxmlformats.org/presentationml/2006/main">
  <p:tag name="AS_UNIQUEID" val="920"/>
</p:tagLst>
</file>

<file path=ppt/tags/tag900.xml><?xml version="1.0" encoding="utf-8"?>
<p:tagLst xmlns:p="http://schemas.openxmlformats.org/presentationml/2006/main">
  <p:tag name="AS_UNIQUEID" val="921"/>
</p:tagLst>
</file>

<file path=ppt/tags/tag901.xml><?xml version="1.0" encoding="utf-8"?>
<p:tagLst xmlns:p="http://schemas.openxmlformats.org/presentationml/2006/main">
  <p:tag name="AS_UNIQUEID" val="922"/>
</p:tagLst>
</file>

<file path=ppt/tags/tag902.xml><?xml version="1.0" encoding="utf-8"?>
<p:tagLst xmlns:p="http://schemas.openxmlformats.org/presentationml/2006/main">
  <p:tag name="AS_UNIQUEID" val="258"/>
  <p:tag name="KSO_WM_BEAUTIFY_FLAG" val=""/>
</p:tagLst>
</file>

<file path=ppt/tags/tag903.xml><?xml version="1.0" encoding="utf-8"?>
<p:tagLst xmlns:p="http://schemas.openxmlformats.org/presentationml/2006/main">
  <p:tag name="AS_UNIQUEID" val="1511"/>
</p:tagLst>
</file>

<file path=ppt/tags/tag904.xml><?xml version="1.0" encoding="utf-8"?>
<p:tagLst xmlns:p="http://schemas.openxmlformats.org/presentationml/2006/main">
  <p:tag name="AS_UNIQUEID" val="1512"/>
</p:tagLst>
</file>

<file path=ppt/tags/tag905.xml><?xml version="1.0" encoding="utf-8"?>
<p:tagLst xmlns:p="http://schemas.openxmlformats.org/presentationml/2006/main">
  <p:tag name="AS_UNIQUEID" val="1513"/>
</p:tagLst>
</file>

<file path=ppt/tags/tag906.xml><?xml version="1.0" encoding="utf-8"?>
<p:tagLst xmlns:p="http://schemas.openxmlformats.org/presentationml/2006/main">
  <p:tag name="AS_UNIQUEID" val="1514"/>
</p:tagLst>
</file>

<file path=ppt/tags/tag907.xml><?xml version="1.0" encoding="utf-8"?>
<p:tagLst xmlns:p="http://schemas.openxmlformats.org/presentationml/2006/main">
  <p:tag name="AS_UNIQUEID" val="1515"/>
</p:tagLst>
</file>

<file path=ppt/tags/tag908.xml><?xml version="1.0" encoding="utf-8"?>
<p:tagLst xmlns:p="http://schemas.openxmlformats.org/presentationml/2006/main">
  <p:tag name="KSO_WM_BEAUTIFY_FLAG" val="#wm#"/>
  <p:tag name="KSO_WM_DIAGRAM_GROUP_CODE" val="l1-3"/>
  <p:tag name="KSO_WM_SLIDE_COLORSCHEME_VERSION" val="3.2"/>
  <p:tag name="KSO_WM_SLIDE_DIAGTYPE" val="l"/>
  <p:tag name="KSO_WM_SLIDE_ID" val="custom20204426_26"/>
  <p:tag name="KSO_WM_SLIDE_INDEX" val="26"/>
  <p:tag name="KSO_WM_SLIDE_ITEM_CNT" val="3"/>
  <p:tag name="KSO_WM_SLIDE_LAYOUT" val="a_i_l"/>
  <p:tag name="KSO_WM_SLIDE_LAYOUT_CNT" val="1_1_1"/>
  <p:tag name="KSO_WM_SLIDE_POSITION" val="54.3*115.4"/>
  <p:tag name="KSO_WM_SLIDE_SIZE" val="851.397*345.2"/>
  <p:tag name="KSO_WM_SLIDE_SUBTYPE" val="diag"/>
  <p:tag name="KSO_WM_SLIDE_TYPE" val="text"/>
  <p:tag name="KSO_WM_SPECIAL_SOURCE" val="bdnull"/>
  <p:tag name="KSO_WM_TAG_VERSION" val="1.0"/>
  <p:tag name="KSO_WM_TEMPLATE_CATEGORY" val="custom"/>
  <p:tag name="KSO_WM_TEMPLATE_COLOR_TYPE" val="1"/>
  <p:tag name="KSO_WM_TEMPLATE_INDEX" val="20204426"/>
  <p:tag name="KSO_WM_TEMPLATE_MASTER_TYPE" val="1"/>
  <p:tag name="KSO_WM_TEMPLATE_SUBCATEGORY" val="0"/>
</p:tagLst>
</file>

<file path=ppt/tags/tag909.xml><?xml version="1.0" encoding="utf-8"?>
<p:tagLst xmlns:p="http://schemas.openxmlformats.org/presentationml/2006/main">
  <p:tag name="AS_UNIQUEID" val="73"/>
</p:tagLst>
</file>

<file path=ppt/tags/tag910.xml><?xml version="1.0" encoding="utf-8"?>
<p:tagLst xmlns:p="http://schemas.openxmlformats.org/presentationml/2006/main">
  <p:tag name="AS_UNIQUEID" val="74"/>
</p:tagLst>
</file>

<file path=ppt/tags/tag911.xml><?xml version="1.0" encoding="utf-8"?>
<p:tagLst xmlns:p="http://schemas.openxmlformats.org/presentationml/2006/main">
  <p:tag name="AS_UNIQUEID" val="75"/>
</p:tagLst>
</file>

<file path=ppt/tags/tag912.xml><?xml version="1.0" encoding="utf-8"?>
<p:tagLst xmlns:p="http://schemas.openxmlformats.org/presentationml/2006/main">
  <p:tag name="AS_UNIQUEID" val="924"/>
</p:tagLst>
</file>

<file path=ppt/tags/tag913.xml><?xml version="1.0" encoding="utf-8"?>
<p:tagLst xmlns:p="http://schemas.openxmlformats.org/presentationml/2006/main">
  <p:tag name="AS_UNIQUEID" val="925"/>
</p:tagLst>
</file>

<file path=ppt/tags/tag914.xml><?xml version="1.0" encoding="utf-8"?>
<p:tagLst xmlns:p="http://schemas.openxmlformats.org/presentationml/2006/main">
  <p:tag name="AS_UNIQUEID" val="926"/>
</p:tagLst>
</file>

<file path=ppt/tags/tag915.xml><?xml version="1.0" encoding="utf-8"?>
<p:tagLst xmlns:p="http://schemas.openxmlformats.org/presentationml/2006/main">
  <p:tag name="AS_UNIQUEID" val="1517"/>
</p:tagLst>
</file>

<file path=ppt/tags/tag916.xml><?xml version="1.0" encoding="utf-8"?>
<p:tagLst xmlns:p="http://schemas.openxmlformats.org/presentationml/2006/main">
  <p:tag name="AS_UNIQUEID" val="728"/>
</p:tagLst>
</file>

<file path=ppt/tags/tag917.xml><?xml version="1.0" encoding="utf-8"?>
<p:tagLst xmlns:p="http://schemas.openxmlformats.org/presentationml/2006/main">
  <p:tag name="AS_UNIQUEID" val="729"/>
</p:tagLst>
</file>

<file path=ppt/tags/tag918.xml><?xml version="1.0" encoding="utf-8"?>
<p:tagLst xmlns:p="http://schemas.openxmlformats.org/presentationml/2006/main">
  <p:tag name="AS_UNIQUEID" val="730"/>
</p:tagLst>
</file>

<file path=ppt/tags/tag919.xml><?xml version="1.0" encoding="utf-8"?>
<p:tagLst xmlns:p="http://schemas.openxmlformats.org/presentationml/2006/main">
  <p:tag name="AS_UNIQUEID" val="731"/>
</p:tagLst>
</file>

<file path=ppt/tags/tag920.xml><?xml version="1.0" encoding="utf-8"?>
<p:tagLst xmlns:p="http://schemas.openxmlformats.org/presentationml/2006/main">
  <p:tag name="AS_UNIQUEID" val="732"/>
</p:tagLst>
</file>

<file path=ppt/tags/tag921.xml><?xml version="1.0" encoding="utf-8"?>
<p:tagLst xmlns:p="http://schemas.openxmlformats.org/presentationml/2006/main">
  <p:tag name="AS_UNIQUEID" val="733"/>
</p:tagLst>
</file>

<file path=ppt/tags/tag922.xml><?xml version="1.0" encoding="utf-8"?>
<p:tagLst xmlns:p="http://schemas.openxmlformats.org/presentationml/2006/main">
  <p:tag name="AS_UNIQUEID" val="735"/>
</p:tagLst>
</file>

<file path=ppt/tags/tag923.xml><?xml version="1.0" encoding="utf-8"?>
<p:tagLst xmlns:p="http://schemas.openxmlformats.org/presentationml/2006/main">
  <p:tag name="AS_UNIQUEID" val="736"/>
</p:tagLst>
</file>

<file path=ppt/tags/tag924.xml><?xml version="1.0" encoding="utf-8"?>
<p:tagLst xmlns:p="http://schemas.openxmlformats.org/presentationml/2006/main">
  <p:tag name="AS_UNIQUEID" val="737"/>
</p:tagLst>
</file>

<file path=ppt/tags/tag925.xml><?xml version="1.0" encoding="utf-8"?>
<p:tagLst xmlns:p="http://schemas.openxmlformats.org/presentationml/2006/main">
  <p:tag name="AS_UNIQUEID" val="738"/>
</p:tagLst>
</file>

<file path=ppt/tags/tag926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oZGlkIjoiNzIwMWFkZjA2MzZjMzdlMjQ1ZjNiMWY2MTM0NWU4YzMifQ=="/>
  <p:tag name="ISPRING_PLAYERS_CUSTOMIZATION" val="UEsDBBQAAgAIABSiw0gVDq0oZAQAAAcRAAAdAAAAdW5pdmVyc2FsL2NvbW1vbl9tZXNzYWdlcy5sbmetWG1v2zYQ/l6g/4EQUGADtrQd0KIYEge0xNhEZMmV6DjZCwRGYmwilJjpxW32ab9mP2y/ZEfKTuK+QFISwDZMyvfc8e6eu6MPjz/nCm1EWUldHDlvD944SBSpzmSxOnIW7OTnDw6qal5kXOlCHDmFdtDx6OWLQ8WLVcNXAr6/fIHQYS6qCpbVyKzu10hmR858nLjhbI6Di8QPJ2EyphNn5Or8hhe3yNcr/Uf5wy/vP3x+++79j4evt5J9gOIZ9v19KGSR3r3pARSwKPQTQCN+EpBz5ozM5zC5cMF8GhBntP0yTHoekTNnZD475RZRRAKWxD71SELjJAiZ9YVPGPGc0YVu0JpvBKo12kjxCdVrAZGsZSlQpWRmH6QaNopGdCnzwhmmQRKRmEXUZTQMnFGsy/L2JwvLm3qtS1BXoUxW/FKJzOqEnLHPb0pRgWpeQ04heNVrCb/UOZfFQafqCC9pMElYGPpxQgJvt+OMSJEhr+RGzUCUCMckAoCSV6J8hGxis8yKI6zUMIQpnUx9eDNjwlSu1gre9VA75gRiMBdFlxTkCIkgu+J4GUaecRqoQhzd8Kr6pMtsLz8eBqoLmAZuCCnosgfgzGDsgCHGEipHWYq07gKbkTjGE5KMw3NIZOBdOEQiPAW6nQ6RuCAxUITEXTIBPqMTbBLeUGyX/zt+pdyks7pFPE1BzrhvI3VTwY5xKbDAMq06GKYmJh8XEDaK/e/QuEUF79rVSm4E2FFmouxUBJXFJZ7Joo8L+ltygqlPvATSyguXCbMlz2jM+S0qdI14tuFFKtClSHkDuX4LzzKZ2Wcmzlb/X438G/F6W1VebQtS4JHzV0Pt2ath3zCrqcCmuhb5Td2l2jhsa/5jrDA5/V0T+hz9cfpjlwQ4ouHzRKaSeaPaqvvk+NxZNjRGnUY80VP9o/XclsRtbR1TKFhjqftLEOimpn9AA1T9pWhwAormbYmGGk6LqwE6g3ALEGj0WIwzcNWeCWfgwgHySzKOKYPZaCkuK1l3jh2WjW2Avh3aFOY8JWpxT8ZLcaVhwlGCb9rpA7qQjXRnQB8MN3utglHmg8kBAK7a5AFIJXOwP+uBuZiRnQfaAr93kqVuVGbJq+S1LfLg2yYXX49NV6XO7a7i1S552yZz/BQr2sNFrdL5gPZ/x7/e8XlAv8dHKSY4cqeJiwOXmEHfcFX1FAIKGFf4LE58PDbiwIWc1+kamumVboqsJ1A7q3vkBAPY9syx4GW6/u+ff3tifGFJu4u2u78OAgFimypI7sB+D3Qtqj+7QBge78vZRR+p7d1mJ9fzqsMoZOGz3CF421pyncPWQbdeSPJt0DBj2J3OgAexTXvdlDC6DUGY4egUapmdwp3RjJfXUAiZ1moQinW1ScB6mPb762VTK1mIIbJPayXmwIzOE+x59q4N5FMyvW57ZgY3inR76VZw6e4L5k5xAHX2CzyRyXogoG1NuyoERG/X9zTffN2p7laV/cvi8PWDfzD+B1BLAwQUAAIACAAUosNICH4LIykDAACGDAAAJwAAAHVuaXZlcnNhbC9mbGFzaF9wdWJsaXNoaW5nX3NldHRpbmdzLnhtbNVX3W7aMBS+5yksT70saTu6diihqgpo1VpAhW3tVWViQ6w6dhbbUHq1p9mD7Ul2HAMFtevSH6RNCBGfn+/8n5jw6DYVaMJyzZWM8G51ByMmY0W5HEf4y6C9fYiRNkRSIpRkEZYKo6NGJczsUHCd9JkxIKoRwEhdz0yEE2OyehBMp9Mq11nuuEpYA/i6Gqs0yHKmmTQsDzJBZvBjZhnTeI5QAgC+qZJztUalglDokc4VtYIhTsFzyV1QRLQF0QkOvNiQxDfjXFlJT5RQOcrHwwi/Ozx2n4WMh2rylEmXE90AoiObOqGUOy+I6PM7hhLGxwm4e1DDaMqpSSK8V3MoIB08RCmwfejEoZwoyIE0c/iUGUKJIf7o7Rl2a/SC4El0JknK4wFwkIs/ws3B9aerXuvi7LTz+XrQ7Z4NTnveiUInWMcJg3VDITikbB6zpZ2QGEPiBPwGnRERmoXBKmkhNlJyzTl3RkMlIPeFFrRROmS0Q1K2Uo3+DZdtkNzFaASBiFmEj3NOBEbcEMHjpbK2Q224KareXpVEgAXtydB5H9+b99mJE5JrturWgqNdzuPGN2UFRTNlkeA3DBmFIH6bwlPC0Gpx0ChXaUGF9jFICw4WJ5xNGT0qcjoH/JOhKzCRWtCEXs0EM97Cd8vv0JCNVA64jEygs4HOtcevPgs4I1rfg5KFj1v9s9Nm6/q002xdbrkACZ0QGT8THArO0sxsBJ/MkFRmoQfpiInVrCgK5bTglYmt+vIyaJ5a4cv81sVYgd5gSTZj5TmF+asHpc0mZFIMohuuAhpGkENJPCYwYlgXXFpWFjAmEikpZojEsNa0G+sJV1YDxQ+wh9Yv99DrIy6L0xhWG1jMKctLQe7s7r2v7X84OPxYrwa/fvzcflJpvvB7gjhzfuOfPLnyl2v/4TYMA7elH1/aJrf/5s7uXbS+lslrp3U5KFXSVr8UXLeMVPdzGakL/5LprbxgSrkAS2nshwzWkuApN4y+ZYu9oE1e9W73PbaZNtlgzK8Zjf8mZH9aXhPX7oVh8OjF1XFSLnkKiXArcXnbbezXduCm+SirUgG09f8OjcpvUEsDBBQAAgAIABSiw0i1/AlkugIAAFUKAAAhAAAAdW5pdmVyc2FsL2ZsYXNoX3NraW5fc2V0dGluZ3MueG1slVZtb+IwDP5+vwJx3+nulZ3UITHGSZN2t+k27XvamjYiTaokZce/vzhN1gQo9LAmEft5bMexzVK1pXzxYTJJc8GEfAatKS8VarxuQoubadZqLfgsF1wD1zMuZE3YdPHxp/2kiUVeYokdyLGcDcmhDzO3nzEUF+PbHGWIkIu6IXz/IEoxy0i+LaVoeXExtWrfgGSUbw3y6sd8tR4MwKjS9xrqKKf1Nco4SiNBKcCUvq9RLrIYyYD5SFf2M5LThzp/+wPajiqqLW35CWWI1pAS4iJfL1GG8dx4j19ljnKeoOGvNtAvn1EGoYzsQcbO776iDDJE0zb/0yONFCUWNOacf8R3DhOkMOOHWV2hXCTghTDQxVdw5bF3vQtA7ms49ymOqxTsCet6sBDw0TMGCy1bSBN/6myqEm+PrTbzAYsNYcoAQlUPejJJP5FWeTexrsf9gTfKi9CX0/SQV8HaGlZdwoG7WN/jV6tbuytCp++6IEMJO6cMUuyVPfK3qesRMlD2yGdGC3jkbH+cwaGpI/lHviXuOc/X31iBE3MsnNWfvBUjPeDoqiBVp/CYWhSwUJjOC60B3y1NrK5LKTnKKeVkR0uiqeC/EJft7WVUmhwYXK+d7qxUU83gVMPZHM2aDstlz3E/OmvckN3PQn+57jzRZovfTInWJK9q87OkphPHM2NiCjNNTjNwTxo4yHu+EQHHxh4i1URuQb4IwcaG4UKDGutedMM1BE+ToAZpcrrKqXNyqvy8rTOQa/NqFJSvcqzsgBUtK2b+9CuFNygOGAPWjqor448T+t6XgcI1ARCZV75ru0NnqVumKYMd+OEPFPbKQ3dLlenSoYZb6gfY6LDlnGZUT7pd0fdKvEMC/Qn8q0krcnxgGdH2mmTK3iyafL+G+1yixezXGTZfuMns2fVS5NjYjytolPjv5D9QSwMEFAACAAgAFKLDSCqWD2f+AgAAlwsAACYAAAB1bml2ZXJzYWwvaHRtbF9wdWJsaXNoaW5nX3NldHRpbmdzLnhtbM2Wb08aMRjA3/Mpmi6+lFPnpiN3GCMYiU6IsE1fmXItXGOvvbU98Hy1T7MPtk+yp1dAiI6dRpaFEOjTPr/nX/u04dF9KtCEacOVjPBufQcjJmNFuRxH+MvgdPsQI2OJpEQoySIsFUZHzVqY5UPBTdJn1sJSgwAjTSOzEU6szRpBMJ1O69xk2s0qkVvgm3qs0iDTzDBpmQ4yQQr4sUXGDJ4RKgDgmyo5U2vWagiFnvRZ0VwwxCl4LrkLiogzmwoc+FVDEt+NtcolPVFCaaTHwwi/Ozx2n/kaT2rxlEmXEtMEoRPbBqGUOyeI6PMHhhLGxwl4e7CP0ZRTm0R4b99RYHXwlFKyfeTEUU4UpEDaGT5lllBiiR96e5bdWzMXeBEtJEl5PIAZ5MKPcGtwe3bTa19ddC7Pbwfd7sWg0/NOlDrBKicMVg2F4JDKdcwWdkJiLYkT8Bt0RkQYFgbLovmykZIrzrkxGioBqS+1MBqBp6KI8LHmRGDELRE8XsxaosfMnnIBMTjd3fpIWvwI9PHGCdGGLRuazxiXxbj5TeWCokLlSPA7hqxCEFGewr+EoeV0o5FWaSkVxFhkBKcMTTibMnpUZmkG/JOhGzCR5qAJmy8TzHoL33P+gIZspDRwGZnAVgU5N55ffxE4I8Y8Qsncx63+RafVvu1cttrXWy5AQidExi+EQwlZmtmN8EmBpLJzPUhHTHLDyqJQTsu5KrHVX18Gw9Nc+DK/dTGW0BssyWasvKQwf/WgstmETMqD6A5XiYYjyKEkngkTMRx3LnNWFRgTiZQUBSIxNCrjjvWEq9yAxB9gjzav99DrIy7L0RhuDrCoKdOVkDu7e+/3P3w8OPzUqAe/fvzcXqs0a+E9QZw538NP1jbxRSN/2g3DwPXO59uw1fm/6sK9q/bXKpm6bF8PKhWp3a+E61ZZ1T2vsurKXxu9pSujkgvQZsb+2ECjETzlltG33DSvKPz6+9dvizcq/AajWLt9/98g/Gjx3Fp5X4XBsw/AGshXH9PN2m9QSwMEFAACAAgAFKLDSGhxUpGaAQAAHwYAAB8AAAB1bml2ZXJzYWwvaHRtbF9za2luX3NldHRpbmdzLmpzjZRNb8IwDIbv/AqUXSfEPmG7ocGkSRwmjdu0QyimVKRJlaQdHeK/rw5fTeqOxRfy8uR17CredrrVYhHrPne37rfbv/t7pwFqVudw7euiRU9RZ0YkC5glKYhEAguQ4nj0JO/OBGXMpDOdlx9oa2p+TOE/Sy5MHc8IC01ohjpcEOA3oW2owz8nsVOra19TrdHz3Fole5GSFqTtSaVT7hh29epWvcQAVgXoC+iSR+CZDtxqI8+ODwOMOhepNOOynKpY9eY8Wsda5XLRln9VZqCrT77eA/2nwcvEsxOJsW8W0jDxZIjRTmYajIFD3scJBgkLPgdR8+279QfqGTcLCugiMYk90qMbjDqd8RgaXRqOMHxMVl6Nbg4wmpyFjd0Td7cYHiF4CbphNb7H8ECV5dk/PmCmVYwdaaDNnp9QofgikfEhdR+D5PCyaNvWvXOh7vpj5j0hFTyhFfX80rbZEYKGAK03lo55TZB3StkJSpREDkVo1LQq6DliwzmC+88u49byaJVW46EajlUbuF6Dniklqtt/XbpnmKuz+wVQSwMEFAACAAgAFKLDSD08L9HBAAAA5QEAABoAAAB1bml2ZXJzYWwvaTE4bl9wcmVzZXRzLnhtbJ2RsQrCMBCG9z5FuN3EbqUkdRPcHHSWmqYaaS8ll1of35SKdJGAQyD/8X0/JCd3r75jT+PJOlSQ8y0wg9o1Fm8Kzqf9pgBGocam7hwaBeiA7apM2rzAozdkArFYgaTgHsJQCjFNE7c0+NhArhtDLCauXS/i6R2K2RTDosLilvYv+zODKssYk9fRduGAVbzHtCCMvFYwOxeN3GLrQPwCGpMATKrBUAJofQJ4DAnAjytAiu+b56RHCvGjYpBitZ4qewNQSwMEFAACAAgAFKLDSCPzQztyAAAAcgAAABwAAAB1bml2ZXJzYWwvbG9jYWxfc2V0dGluZ3MueG1ss7GvyM1RKEstKs7Mz7NVMtQzUFJIzUvOT8nMS7dVCg1x07VQUiguScxLSczJz0u1VcrLV1Kwt+OyyclPTswJTi0pASosVijISaxMLQpJzQUySlL9EnOBKp/tmfJ8ya5n09qfr9ivoJGcX1CpqaRvxwUAUEsDBBQAAgAIAESUV0cjtE77+wIAALAIAAAUAAAAdW5pdmVyc2FsL3BsYXllci54bWytVd9P2zAQfi7S/ofI79gtHQOqBMSQ0B7GhNSx7a0yiZt4TeLMdgjlr9/Zzu+lbEh7aJWc7/vufPfdxb96zlLviUnFRR6gBZ4jj+WhiHgeB+jh6+3xObq6fHfkFyndM+nxKEBlzg2ApsiLmAolLzSA76lOAtQzYGBGXiG5kFzvgfsUuNtIJ0v07mgGLrkKUKJ1sSKkqirMFSDyWIm0NCQKhyIjhWSK5ZpJ4tJAXoNd6b+j4ZeJnOh9wVQPWei3B65JWo5nxQck1RILGZOT+XxBftx9XocJy+gxz5WmeciQB5Wc2VI+0nB3J6IyZcrYZr5Lcs20NklY28zXK744zz0lwwA5h03GlKIxUzjNY0QclkyA/W1KVVLzqAGt4VU7XvNav4153zRutnOkcy7Kx5SrBI76kM46CfTJMKqf2etaBT00Cro1TMiT7FfJJYvs67dWjPMFcgFbxdk8sapCOICnWxpqIfc3AAMV1R3EbdOwaxq2oJYDt9HXHQVqbrtlVJeSNaWa+U88YuILlZIaWVxqWTKfjIw1lgzBPnFXrpvUNcRPdJae/kNvjN+oNT/Va52xgP/RmE9A1NaE5xF7vuXgo1kGNdUMim1sWBcpNjG7nFT5mPV0PTC5HOumwEU8TWXMYAwjqinp7OQQlEmqwCUs5QjbOzgITnicpPDTkwzj04M0GZW7SYbewUFwKsLdBLQ1t2Uk4zqOxNQqyCcT68QPS6VFxl+sPAd7Rq+sDl8buebouuDtwdn8j1EcxGgGc4smVpd56u2r5vDezKlWnc+mcJaBWmEemC4L59XMQlmMfCK2pWWqb/o5NfuwBx3lPDUd01zfQe+iWvMX5lU8Ml+6xdLUJGFGMwH6cL7sMUA/YbsMwlvToYhbkTd1wJjYN/dvK9ps+bp1ruuHOuxDDZ84qxzGzdRHUEcsRZlHox7iovuIqBR22rVk1EvZFm60OAGRiiJA7+GhvvPF6UV35bPFRYO1ed27wC6XN6z0OuFOQaTWdXsRv94N8PgbUEsDBBQAAgAIABSiw0iNMDbvXAgAAJAgAAApAAAAdW5pdmVyc2FsL3NraW5fY3VzdG9taXphdGlvbl9zZXR0aW5ncy54bWy1Wmtu48gR/r+naChYYAME1oN6OdAooMiWTYxMaUXankkQCC2xbREm2QrZ0owW+pF/uUCQEwRBzhAEyF3yY/caqW6SFilLMmlPxLExrK76qrpe/ZB70ZMbaOuIM9/9iXCXBRbl3A0eo/53CPUWzGPhJKQR5VF1T7l3A4d9MYIHJmhAjTgJHBI6mhiN+jU0lB/U7ahdvQtvzUGzgTpN3MBdpOOWBmOXin6paDCmN+par3oAEeOGdEEDfhy1V82NvhQwgoiG3Agc+rWv5LmzQ/kZXIXEcYEv6reb4tmlWnd6UzyoWW91WnjXUBVFaSOtpdf12q7TueyodYRrzVZN2Q26DaWhoHqrVb9s7+qdRkuBt+FlG1Ca+LKNmp1ms6HvGrgB0khVB3pD23WUy3pdBW24e6nthsNBp1ZD9Xpdaeq7VlsZDmoIuBXAUJWucKCiKwOlvVMHar2roKE2HAybO6zjttZC3QZu12q75mCg1Gp75+5nl3XXnlp4Oqk7XwE8GoKjoyK3qkeSq7dYhyEw29RfeYRTFBCffqj8/O+//vL3f/38t7/88s//oB8WbLX9dSVJUJnMKXtqV54aE4EswPpHsHpVOZKySbuyhZGlI9f5UJmvOWfBxYIFHIy9CFjoE6/S/1WcO8nMikiyDQ3LyD2QBd2r68hPUbFEF+QzPOeEFsxfkWA7Yo/sYk4WT48hWwdOITOX2xUNPTd4Au7aZUfDZxV5bsQNTv2cfbgrnuJiK+hXERXmtbF4Ckl6ZE69VGNNfkrI7VW+7pED0Y0buVyKqnXxnBNdkUeaD0BXFc95mQC05KPWEc/rQpx+5cCuiPJvnGX3yJaGeSVxuzwrxVbrVdl8WoXsUTg7L/d6oJ/lPAbdJ3gUFtbEU0hITFAoLBSlxG1y/voBY/J62Et6PmiB4GabS0KSkJPBTBvfTFTz82w0vhrPBsZVpa/FVYlEWX73Q6Pd/VpvtaF1JYIFoawbdTTKgyEJ1qoVwzLt6Xg0A0A8mpn4k13pi9+lRce39sgwcaWf/Kc0wGSK7yp98buI6O10ik17Zo0MHc8Ma2aObemXEbaxXul/Zmu0JBuKOEMbl35BfEkR9Gc3pCjyXEcOiJ7tBmtaQJ8+vlENczbFlj01NNsYm5W+xcJw+xuJTNZ8CdmzJBFy3IjMPepItZAjclz0F9AuN2gI/vGlC5zMJ25wUUT7VL03zKuZPR6PrBk29ZRS6ePAQXpIhKbyQFPVwlPACAks5G8Tn8nskwhI9bzSINfG1fUIfmxhyLX7uPTgh7/BmgmGkExoUEAQEgdPIess63481YUPQSEiaEWi6AsLnVzSZENXANswtTGkpmZn8G0Bk2JD4N1gAalDF7wA3g22LPUKzwbjT5DjUJvjkkLjj1CSH0sKfcYW1BC2CoiZ6p1xpYqKEGWYFkhagwsi8t3bIrJYgJzw5sZl6wgowsNQJrIao4vSmiz84y0E0lBHJ6o9BgZny7dHd0PBlNCBda6ALmhDGtZFdv14a/x+NlSNEdZnkG76+H5myy4plPpkiwLGEXE2JFhQNKcLsoZK2MKY4zpyTERemvCntfsTIjzpP98nrcvU8afv32BSruEdsQw2zKAM9ikr/pp24bZkBm80ROT6SSuKOODNJlgaNtWpMf42IYpcf+3FXfpbBOrZuLLBetWO9/ureNj+D8ZYcQseGNDRBi4rJYRhJRZLDiyeXilBwxyCukncz6HhiyNqKQBznGCYDL0D5g48lzPkDjxaDuIeDyzDhs3WPZ2L40cBYVmrcdSOx1scEj0KJ/TnUp3TBwb7JY+STbyRgbVLhr9IlDNbpdzSYhv2CAw3AfMxTipA9VxfHKKKwd7e4NQV8WqQm889W3uOrG7PfZIrAvh57dOX+7CHkPmS6pEozet4UfrdOw2JpziN9U7KbSCeC7RwrDL1+a6IWVidatczTTU1LE4Uop694nJQHcInI9uajdSBQIAy8QlfLGEVfhAHveJY8YlAx0MV8JLJW5SEi+V///yP4jAH9sRUlFB/WxYHil90TfyM9weTcRr9sQCOrQ7yovKloGByoEpFi5+vbAMS9JscWUi8LPnMF3dchVRDCSRhVG1b1a5voEosWRRsHcJesCTIjTr9CI1P7vUr/RsSPkHjtBnzygJJz4vc5KVt2B9x19xzA1pS/N0rkZi8bUxmqq7Lsz/UqOcunuLl14EDTHLPhzz2WAZPu1ZN6M4HkNRxeXlMubilXQtaQvy+bwibo2vdM2F/o+IR6OE8d0ET8JB5E3G19fIuFxjETRykcZ+H4kifvmU5oiX7ksSu/0C8CNiypEPWCdgwEZvFBDJPO+SeitpxsrgJ5ZDxjnmwLmjxdDLQefqhlKYN5NVvVsEz7YXlcMxKhjKm74mH/Cb9yl/wZ4iH/JZYU8Zwrntp0+FQVjS9jxuQMEsvEjvgoYHsUglP+pbnERaMxL1slJlIQshz+syhfbk22q5Pk3IWtKzB1RMW94Ln7cuNkJlv5bQj8b1DbmCfvtXz+dvjLvfo6eSW84ASzLpavh+rgITnWAnE3x8cOiOmIr5d0Q8VOIiQxVJ0+qiCEowPFeHO+CuaU3KrtJ+JdpaRlNacF/VlP5ftvJTKQHTxcqpYXOznhXrVF37qVc9FqJfAng5gsPbnNMSQAy50uSRCeWKWfZlehd3JHemB3InRLABfAnYAZ6S0EjKEXGLJbVVaLfFLdhz2ltz16IamrSpDyDjn/Px7EVTH+eRW+Yg+8Gx6J5TSVZD0un0u5ntghn5SSp7IskoORkoWHSfzSM7+SLdKF5+9jUeWo7RNi3TPdmjGD6JePaIKeE95v1fNLrPQo158zXpIA1HAO/lHB/8DUEsDBBQAAgAIABSiw0hyCctNChIAACg+AAAXAAAAdW5pdmVyc2FsL3VuaXZlcnNhbC5wbmftm3tYktnWwCmTMS8z1Whk3rrMHGa6oJaZmohpnmo0rcbKKRQnnZqiREXzCqhpZZjMZKUnBdNKLVOjMvEGXkImUel4CU0FlRQFFRUBEYEPv3HK7zln/vj+h+fh5Xn32vtda+39Y++13mfv1KPeB430N+oDAACjw4cOHAcAdEAAwMpUPaCm5O2+zmrNzwr08YNugNI28zHNzarz+4/sBwDIBIOFn3U196tDD/2EBgC+bFz8rmCgioIBAGjt4QP7faMDJvp98MHn5cABuRcWAEs4U59C+X38QISJrq6HR2fKN0lrjJOqbn6XT1m9JSvlB+PkG4ar1mYcsduUNb6OZyXgdyxwBlvIT1mOJ6K6IiRoI7sML+XYUzHcHzOpKKlQ1IfM8IlRnJ7a6SazanZA3MQIb7Dxuou5DnBDYMKKpUt0cGBwSrPRXasCnGWaWi5EqPWN7Axt6gA6S5fnb12Hb0zz/wGvkbw/kz1Zd/OaicXyB2wAbvPpzP1CVCsjBW4m7vrcsK7uMHDbKeci2Q+HicfBOsuemXP2QTj9Kkw1TWhIudMMWCYCmxbBpwfuRAy9bt+5vIWhTkNKcuxxN8nZIXryX5oDXSlrtiXrLzMmH/gMDjDRfVz5Dv6pLcZID9SQElr/WY3rm4TQFcdX3b6Wj3L/WXqOtSSRwvVM3HSXaT2mcxKScDOpHf4r5C8ViVRgssGgG+Wz+4GbzrpSAN+vPOz+74o8m7iX55ckcZBk/bykT7USEotWbAe5euy/ALEDfTIEoXErdDN8WW+vsd0ETzBOfJQ32ns0q7Zn95+SBCjILeXochc6E+4aPMh/YAe6b/CXigdlKzSWrYEsG5sbG9ZAXG+6th+dvfxdC2fc9E9JHckgz61ouQsX65p1jx47et+g9ZP/79gJGsv0QMsG4YChHmiTx6YL383bG59DSZckgayUo5t9l7uwJ3B4ZdF337WmjHzyfxSpGStIssGysdqi6cnftvxmZ4wx03+5N25J8pzvVrRm23IXNj4PX+FrfGfEDf3J/9k9mzSWNSwfq7U6DbqH1h7aeJNqlNKTDV2SdKM3++qZLHfByK8SsE3/B3Re5ScV8xsXLRtcPlY3VgyufKT3jZEH91rDeCtpSTJeqcVNi5sWNy1uWty0uGlx0+KmxU2LmxY3LW5a3LS4aXHT4qbFTYubFjctblrctLhpcdPipsVNi5sWNy1uWty0uGlx0+KmxU2LmxY3LW5a3LS4aXHT4qbFTYvb/we36KnJatFkvANw+Qbt0KeLNddBTP8DTKc9w1W1BZ/2S1Owf2vgBYqqoN6w9belqt5/S0BhAbyCfedTKRv1t+AZsbl2WXmmSxvC6578l64eKAqdlvaiRAHx0/R+NAtaoWg+RX2hmC2EYfgugrAuXjHjJ4Ks03hEett5yZSIPTZQWTWej0Fa/Ug0e88g4BZ4R/jXJQtCe54UCeP613AqWYS91/F7ufFomZyFU7WlpPZeO0WosIxig1axeve6L+l3eF8nLKNhzzM//ujNES48J/W2hz0RwnsrRfd5xz0W7vNpEfEjmagvQdY1Uw0ndPFhocIwFNQBWap+aKX89ZQVslTRw8JekX1AlilZkTilECGiyltRnPh4WTXXPxKBdMkV7sBtlTdaqaZGu9Xj52Fx490+/OPsfRHOyHNBWJyil2tZzXlfabnr9py5J2G4GKEUTL7mxzwtnL1Z2PX2F25hW8uERRBwQ1G4tJTq+Uvr6tn2SKqYKNpBiuqKvDfJP21d1lNgMNc6OHQ64wx0chYfTJyqFWFE1Y5kOJrrA5V0quFlSYeVccQ/3jO+cJlKzKax+3KFOap8BIPq5mEh9sHOZOxV+zPK3RqyPPyleV9hRgNtnvV2RQpeR9baZoYfA49vfdSJs269lPv7dLe33LwCei+2VGLePFM5Toyjdwg+jiEMPO39JzfsfsdyvevGcha31ELJlomBb6XlwOvlhOpzOX1uzx3hzzAPoqZjPaNfwwPAQZFbfsKVrQaVnyWLPr64Lxhb3f9rZoXzejZ0UheXfC1s4Wl5mesxNcy7ifGLyTfIkxK1iR6j5Z8OpuztXwV9W+z9vnC7qQinVsiAd8J63f+ZrjSXmDf90HOZ8JgknoovDQ1LNWGhS7zn550mhcwwdN8i9uUoCYTEemzVcbtrll+Nl516GeD0JdIaBElfeAvgTWxFNroSc9q4V16iDp2EQGRnnTkX7YjuxGS2muWOIEYQTqTop2519Q3M4mCjizLm5dve+OU5zdJj/viDnPvQBeHoH7tja8IOKLXcepuiNGrRgGfepJmcfmk4gpleHtTqynGtBakhpFW5PNudckcGvwYpq7yifttOfspMwW9tpDtQkI0eexrFMh7rC1/wq4cWiN3ObMcJegR3/J+UrNxffRrpVJtdsueieU+w6HpaGiNinO+n8Ltnyf2eA5FsiW0OiujtoJLMYQxCoiLoAWcLOlf2UwsNvLOntlP2HKyMEUwc82ScbR1uoKc00KmydsKKE6NFTF08k2rDLQ8N++NGKFl10L8s5t9oIhNLdOSk79Vhnx9wQQVyolbSgmcP584iZsRsQq+/k6VnpgEIpAeSXClyV+za5tfJubUnG5N5bWzmsvWA5H3BhQfZk5VFuFyV8fMxEn4srLSCfAS3srsbfUxtL0WlCbmv+UP2Wwux6eUEejPdHkblmFtr5iYCMAArH7ZHXX+RF4eLkTVvL8sxtiH5UbpbVV4/9lzOJN7mtE1veT5y+ViF8gbLKbUk1BZ72ldZK2J0kXjkKBrLqS2yASZleXHvnazPHzk+iFpVt9a+wKyqsOKJ4l/AG/q6Hb0tjU2zc9amppt/ZfKzQkYDxH6TpylzmkmCKjOD17qYx1qMhnwQR71gAnQKNzjIfKT7hs0ncyr8nc7xF/qipqk+ytVpDfTU7SAklkXPq6hOq3DvGu4glNP2Bo3h64eZ3GCBH7s3XRCUnBrWJ0jGwk9uX8fjFppVHZzawM5uC1mVWPXMjXEZlnph7DJa0v0am07Oq7aU3WeEt3HR5GH6y4BO1QIfxo0wVISA4TuqpeWiDbZ1dbZAbzn55Qm9VhhVViuCxlqUiWw7mLj5jtxJqqQENUHCSHsYAUJZv4+y9yvs1NXsqJg0NQmHK1I8ZQpEO7loQZUn46JQ2SURkjvROZwrzk2xlhKRJOdLKLeqJh3h7wJNl4giaZoi5cy7CQJ0PW+a9ELtRnGwhe9IjKgERQM5/ko3hHWNqEbc9pDOlN88p6SFDiKb2cY6hh+NOuMmCI6plhX/ogmDF9QO9aVsmTvO0iV+bhRtVeV911tS2SS7IffZvMBEqMLRHWFD1OHKHTEfwhFinq3RvsgGBK6JdmvLZS66VPFk4ARO4Ejgn9n/UJXGC5t6oJIluYsAfor49H7cYryET8WM4duG5SC54ooXKm5z9UTKMUqgkIrZGe3ixfXQKaPOCw7XnzWG8ZKjXgk7MgbWQgrANSarOLHCEoZb/ay9ghq1MBlFq65URZx4MFmo8q3zixtyruW0e6VXsqZrS0hcijIvNKxXSejtFJcm2DZ0OR+4xdtHrLclxGGzX5AXFwUDUAP9nN2Z3yupqILCZDz5uK06jot50bRx8bhUv+tQofuEgW7QnryAMlkKfl6GUM1kEsrlnoNnX8k7Nh3TuNbZm5bumBewC92C8ca/XFuUvhokqWSEmW+3UJz8ps0E0tzUPr0Wkpzaeuh1frhywnpcpsxaDfLqi+KRrHjsSwNZGXz55abm/cSP7xl6Rl2vfBo9iJsImJViYZrJb5jtHzq+FpA/2EqRaRmiINzPwvbxdEeXrd90BRUH2UjxnTTr2p0XqfM2K0/0X6latwsD5+uDJI730gmh5M3whTEf3AeMZm2irrBVFuGKma8tL7FlrYXFKwaTlKVSKEpaVl9nC2YpNNPIURv7rYQM7lpDQVVku79iZwFq2lQdAO7uIIw9faP3rUQW7elbe3m0m0+2exg0GZWMn64RxliersyCsWMDOliOmH2deRXQ1SA17Xv0zVAVR+CeabF7ICz7W2fejP6XKZKvc+feTCIRig+TZty5piCrxY6MslJ0M0JKtwbPNZHfn+ALV4Oo3k4KWZ+cJgSuo92Ko4bbqp8cEVd43Pp6Qp46296bL1C8jXgojvbsXABvu+yIgN9n3VNsZBNdCGSf4JqSC9RwcoTaxKvpqYcSqv7eV3w377GiNzymx8/J5SRk/UmISiWjiUjY+TF/3RtJsaM8OT+XVuntXxHyUlJXTUXZEw1z1kEKrDuD3i68U0Y6FZCK2WuAGw6ZRo89zkwPUcqIXqK4W5wK/tka4gVVR/77Sz+QShPMY4vffcgYfcyjSLEjHvJoy4671zEofNWECkk/t+ruhaL7aj0uugR+59Zj3lb4jmT86cdzLedd0MjnWcD0qpD+c8LEKAzX2MnUT9HgfP8ZOdwRl7ceEt8fMV81DY+hPUrkk+ImHyWQXw2FjhZ63GIr/j1iFXum0zk0zQRfpYqXBE3IcspFl3picby4rllbgtXmamt4C3f9CTViMI+z+UeUhVmcvQDLEJPUwc/QyfhdYWn7YTsvrrMXgG519RJDzpC7o3oOusz83r8YQ/Rr1uM4q1NXDLFzjVacGmUrYzDoqHUoo4bihXo5nBIzXw2R9pcGZJXAHcacuh717n5TxwNysIqJgzTPn5lIKSWEuIZ75TaC6ylwEueO+oKZQRlR/Wzq1xPTqA7GCTCHxyXI+9d3KE6/+M3JUiItWmsucBFGW8RSI2uehhYz+airG2W7Mdu7HaiFwJJpOLL8sdcOC82iZADKCD1mVo4k0J1dO0NxkmJEf3wa945DbVsmdfZxP4g6pVs/1JxE17uaRA+nOI3Qh7tDj1lf4lVEGIC8AT7lfKmh7XOO65DM3xy9RfUI9TL442EYFTwtR8QM332Y5GHBBK+HkN4knm4QT2si0RHG1SNX3R/T5TcPKHtnncovzQ5+hfPTBMiTE/p/tLPb2ocz52MRseYQBO72oJ/jScNZu6khvDVpVlrkWcsBw1i3JR/5VdcUsYMpoPQv1zfQL6npP2riOFjx+uscgR2if27gC9h3i5E5PRF6JDPW1n8eODhDAnuOhEwaXto91bKb9Up/g6cLRAIdh8ST5seOMqgWF80PbgdlZGwezOeT1moQi0PhnaS6V8bMkpkVxECHgHSQDtSoRj6SDZ6gOUj3LBzuD3krz4iF+wyJqap5IbjktF9lVvkzBWf9ibgdI8UgMQbEWR/Zn3eA4oCjOEgrCkJifi5hkWeNGoahPnda+vtMu0MecNC04T1z98uqP/Lu5/beY6hmmNYHqQTNX39V2vzvLxT2EeohEC3a2EZA46NSnxr1S7ZeUL4qEhqaNtDljR61ODTToM+WDZVA8z25cDhV+fGNLbplAyVEJzN6wmVE4oLJ/rZwjBUFElnLoRFoCuWATkz6VWpB10IrCosWk+QlsJtSTZw+OqngqqmhYSlxEKxmTuP0YtY9eTf7xAcj+PgPXp/nuETinxu02BVligOMhRZCItPMQSJD5PByIDG5SKxO5NDeLLAVep6arsSsv0611CQWyCNk5Nc9fBdZJZ3bBjWykpypEtoHTEHUSfwsBNu2TBZG4mX79p8fguY7+2eCxbusgZCggb7ho/MHYoTKEkdYzXs0dw9jyHy4byQ07NYfr80peznRQafirKlzdGtOVdL0gpjFhReWnqmY3hL1L5Ajoyfs3P8mTAMvgE/rKt9HlfZdSaqVLkxtZGHYQDz6Djq70QOzP7c4EY7e9DqAn3XyZYPbBK2o4monV1xxGKPJTGgx24/4/8MPLtVt22vMyP4zhWWaUQrQtD38m2dYX1XD1DsR6IMp+J25A/fLFO2e1hOCU81sQhER20nr+oW90OcsZdJs9o2kOy4lYn1ROhoKEfOR3C9E8piwoE953SGzxYRwu81/vtl4/GOZouPR59zx/EA9TDX9FThzJfD/nA4OXjwdjFOJc8H9qQdiMKntLS1pn7PGy4tStSZM+q9nhwNlXNhJ62/YEeGROC/bT28NDH1JRbC9g/mqBSFC7fT9k7qOLwg/Ze/5fFTZ5qjj2YUYY4jASqUU4UScOBF0c+PtDcvt6rv4INx9+PpYrlrH79f0GbuYaBpA8zns4X2g1C0w6X8AUEsDBBQAAgAIABSiw0jXo5xjSwAAAGoAAAAbAAAAdW5pdmVyc2FsL3VuaXZlcnNhbC5wbmcueG1ss7GvyM1RKEstKs7Mz7NVMtQzULK34+WyKShKLctMLVeoAIoBBSFASaESyDVCcMszU0oybJXMzcwRYhmpmekZJbZKpuamcEF9oJEAUEsBAgAAFAACAAgAFKLDSBUOrShkBAAABxEAAB0AAAAAAAAAAQAAAAAAAAAAAHVuaXZlcnNhbC9jb21tb25fbWVzc2FnZXMubG5nUEsBAgAAFAACAAgAFKLDSAh+CyMpAwAAhgwAACcAAAAAAAAAAQAAAAAAnwQAAHVuaXZlcnNhbC9mbGFzaF9wdWJsaXNoaW5nX3NldHRpbmdzLnhtbFBLAQIAABQAAgAIABSiw0i1/AlkugIAAFUKAAAhAAAAAAAAAAEAAAAAAA0IAAB1bml2ZXJzYWwvZmxhc2hfc2tpbl9zZXR0aW5ncy54bWxQSwECAAAUAAIACAAUosNIKpYPZ/4CAACXCwAAJgAAAAAAAAABAAAAAAAGCwAAdW5pdmVyc2FsL2h0bWxfcHVibGlzaGluZ19zZXR0aW5ncy54bWxQSwECAAAUAAIACAAUosNIaHFSkZoBAAAfBgAAHwAAAAAAAAABAAAAAABIDgAAdW5pdmVyc2FsL2h0bWxfc2tpbl9zZXR0aW5ncy5qc1BLAQIAABQAAgAIABSiw0g9PC/RwQAAAOUBAAAaAAAAAAAAAAEAAAAAAB8QAAB1bml2ZXJzYWwvaTE4bl9wcmVzZXRzLnhtbFBLAQIAABQAAgAIABSiw0gj80M7cgAAAHIAAAAcAAAAAAAAAAEAAAAAABgRAAB1bml2ZXJzYWwvbG9jYWxfc2V0dGluZ3MueG1sUEsBAgAAFAACAAgARJRXRyO0Tvv7AgAAsAgAABQAAAAAAAAAAQAAAAAAxBEAAHVuaXZlcnNhbC9wbGF5ZXIueG1sUEsBAgAAFAACAAgAFKLDSI0wNu9cCAAAkCAAACkAAAAAAAAAAQAAAAAA8RQAAHVuaXZlcnNhbC9za2luX2N1c3RvbWl6YXRpb25fc2V0dGluZ3MueG1sUEsBAgAAFAACAAgAFKLDSHIJy00KEgAAKD4AABcAAAAAAAAAAAAAAAAAlB0AAHVuaXZlcnNhbC91bml2ZXJzYWwucG5nUEsBAgAAFAACAAgAFKLDSNejnGNLAAAAagAAABsAAAAAAAAAAQAAAAAA0y8AAHVuaXZlcnNhbC91bml2ZXJzYWwucG5nLnhtbFBLBQYAAAAACwALAEkDAABXMAAAAAA="/>
  <p:tag name="ISPRING_PRESENTATION_TITLE" val="课程设计PPT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_ULTRA_SCORM_COURSE_ID" val="581DC8C8-4930-4546-80B0-1FA778519224"/>
  <p:tag name="ISPRINGCLOUDFOLDERID" val="0"/>
  <p:tag name="ISPRINGCLOUDFOLDERPATH" val="资源库"/>
  <p:tag name="ISPRINGONLINEFOLDERID" val="0"/>
  <p:tag name="ISPRINGONLINEFOLDERPATH" val="内容列表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98AC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98AC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WPS 演示</Application>
  <PresentationFormat/>
  <Paragraphs>189</Paragraphs>
  <Slides>29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33</vt:i4>
      </vt:variant>
      <vt:variant>
        <vt:lpstr>幻灯片标题</vt:lpstr>
      </vt:variant>
      <vt:variant>
        <vt:i4>29</vt:i4>
      </vt:variant>
    </vt:vector>
  </HeadingPairs>
  <TitlesOfParts>
    <vt:vector size="79" baseType="lpstr">
      <vt:lpstr>Arial</vt:lpstr>
      <vt:lpstr>宋体</vt:lpstr>
      <vt:lpstr>Wingdings</vt:lpstr>
      <vt:lpstr>微软雅黑</vt:lpstr>
      <vt:lpstr>Arial</vt:lpstr>
      <vt:lpstr>Times New Roman</vt:lpstr>
      <vt:lpstr>Times New Roman</vt:lpstr>
      <vt:lpstr>黑体</vt:lpstr>
      <vt:lpstr>等线</vt:lpstr>
      <vt:lpstr>Arial Unicode MS</vt:lpstr>
      <vt:lpstr>等线 Light</vt:lpstr>
      <vt:lpstr>楷体_GB2312</vt:lpstr>
      <vt:lpstr>新宋体</vt:lpstr>
      <vt:lpstr>方正正大黑简体</vt:lpstr>
      <vt:lpstr>第一PPT，www.1ppt.com</vt:lpstr>
      <vt:lpstr>自定义设计方案</vt:lpstr>
      <vt:lpstr>1_第一PPT，www.1ppt.com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学科网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rbm.xkw.com</dc:creator>
  <cp:lastModifiedBy>行云流水</cp:lastModifiedBy>
  <cp:revision>2</cp:revision>
  <cp:lastPrinted>2025-03-03T13:40:00Z</cp:lastPrinted>
  <dcterms:created xsi:type="dcterms:W3CDTF">2025-03-03T13:40:00Z</dcterms:created>
  <dcterms:modified xsi:type="dcterms:W3CDTF">2025-03-11T01:13:31Z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  <property fmtid="{D5CDD505-2E9C-101B-9397-08002B2CF9AE}" pid="6" name="KSOProductBuildVer">
    <vt:lpwstr>2052-11.1.0.10009</vt:lpwstr>
  </property>
</Properties>
</file>